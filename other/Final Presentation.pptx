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Int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OFbD4jbxc7B5n3eE7GiMXzoJi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C7D50C-2FA1-4F18-BF53-A6209DE86074}">
  <a:tblStyle styleId="{09C7D50C-2FA1-4F18-BF53-A6209DE8607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FCF7E55-C788-4110-A52C-280FE4C6487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Inter-bold.fntdata"/><Relationship Id="rId32" Type="http://schemas.openxmlformats.org/officeDocument/2006/relationships/font" Target="fonts/Inter-regular.fntdata"/><Relationship Id="rId35" Type="http://schemas.openxmlformats.org/officeDocument/2006/relationships/font" Target="fonts/Inter-boldItalic.fntdata"/><Relationship Id="rId34" Type="http://schemas.openxmlformats.org/officeDocument/2006/relationships/font" Target="fonts/Inter-italic.fntdata"/><Relationship Id="rId36"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notes"/>
          <p:cNvSpPr/>
          <p:nvPr>
            <p:ph idx="2" type="sldImg"/>
          </p:nvPr>
        </p:nvSpPr>
        <p:spPr>
          <a:xfrm>
            <a:off x="381000" y="381000"/>
            <a:ext cx="4572000" cy="25733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375" name="Google Shape;37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notes"/>
          <p:cNvSpPr/>
          <p:nvPr>
            <p:ph idx="2" type="sldImg"/>
          </p:nvPr>
        </p:nvSpPr>
        <p:spPr>
          <a:xfrm>
            <a:off x="204788" y="427038"/>
            <a:ext cx="5116512" cy="2879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9908" rtl="0" algn="l">
              <a:lnSpc>
                <a:spcPct val="100000"/>
              </a:lnSpc>
              <a:spcBef>
                <a:spcPts val="0"/>
              </a:spcBef>
              <a:spcAft>
                <a:spcPts val="0"/>
              </a:spcAft>
              <a:buClr>
                <a:schemeClr val="dk1"/>
              </a:buClr>
              <a:buSzPts val="1200"/>
              <a:buFont typeface="Calibri"/>
              <a:buNone/>
            </a:pPr>
            <a:r>
              <a:t/>
            </a:r>
            <a:endParaRPr/>
          </a:p>
        </p:txBody>
      </p:sp>
      <p:sp>
        <p:nvSpPr>
          <p:cNvPr id="385" name="Google Shape;38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3b26e0f3f0_9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3b26e0f3f0_9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33b26e0f3f0_9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3b26e0f3f0_5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3b26e0f3f0_5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g33b26e0f3f0_5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3b26e0f3f0_6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3b26e0f3f0_6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33b26e0f3f0_6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6d8e411367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6d8e411367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g36d8e411367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6befae6ed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6befae6ed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6befae6ed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6e22f3eb36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6e22f3eb36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g36e22f3eb36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6d5a26939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36d5a26939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g36d5a26939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6d5a26939b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36d5a26939b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6d5a26939b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6d5a26939b_0_1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6d5a26939b_0_1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6d5a26939b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6d5a26939b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36d5a26939b_0_1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6d5a26939b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6d5a26939b_0_1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36d5a26939b_0_1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6d5a26939b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6d5a26939b_0_1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g36d5a26939b_0_1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d5a26939b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6d5a26939b_0_1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g36d5a26939b_0_1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6d5a26939b_0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6d5a26939b_0_1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g36d5a26939b_0_1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6d5a26939b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6d5a26939b_0_1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g36d5a26939b_0_1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6d5a26939b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6d5a26939b_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g36d5a26939b_4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6d5a26939b_4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6d5a26939b_4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g36d5a26939b_4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6d5a26939b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6d5a26939b_0_1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g36d5a26939b_0_1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6d5a26939b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6d5a26939b_0_2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g36d5a26939b_0_2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6d5a26939b_4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6d5a26939b_4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g36d5a26939b_4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6d5a26939b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6d5a26939b_0_2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g36d5a26939b_0_2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6beb20f15c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6beb20f15c_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g36beb20f15c_4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3b26e0f3f0_9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g33b26e0f3f0_9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3b26e0f3f0_9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with Dark Picture" showMasterSp="0">
  <p:cSld name="1_Title Slide with Dark Picture">
    <p:bg>
      <p:bgPr>
        <a:solidFill>
          <a:schemeClr val="dk1"/>
        </a:solidFill>
      </p:bgPr>
    </p:bg>
    <p:spTree>
      <p:nvGrpSpPr>
        <p:cNvPr id="15" name="Shape 15"/>
        <p:cNvGrpSpPr/>
        <p:nvPr/>
      </p:nvGrpSpPr>
      <p:grpSpPr>
        <a:xfrm>
          <a:off x="0" y="0"/>
          <a:ext cx="0" cy="0"/>
          <a:chOff x="0" y="0"/>
          <a:chExt cx="0" cy="0"/>
        </a:xfrm>
      </p:grpSpPr>
      <p:grpSp>
        <p:nvGrpSpPr>
          <p:cNvPr id="16" name="Google Shape;16;p15"/>
          <p:cNvGrpSpPr/>
          <p:nvPr/>
        </p:nvGrpSpPr>
        <p:grpSpPr>
          <a:xfrm>
            <a:off x="393523" y="381956"/>
            <a:ext cx="2218745" cy="893759"/>
            <a:chOff x="3578225" y="1146175"/>
            <a:chExt cx="5038725" cy="2111375"/>
          </a:xfrm>
        </p:grpSpPr>
        <p:sp>
          <p:nvSpPr>
            <p:cNvPr id="17" name="Google Shape;17;p15"/>
            <p:cNvSpPr/>
            <p:nvPr/>
          </p:nvSpPr>
          <p:spPr>
            <a:xfrm>
              <a:off x="3578225" y="1146175"/>
              <a:ext cx="1725613" cy="498475"/>
            </a:xfrm>
            <a:custGeom>
              <a:rect b="b" l="l" r="r" t="t"/>
              <a:pathLst>
                <a:path extrusionOk="0" h="314" w="1087">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p15"/>
            <p:cNvSpPr/>
            <p:nvPr/>
          </p:nvSpPr>
          <p:spPr>
            <a:xfrm>
              <a:off x="3578225" y="1968501"/>
              <a:ext cx="5038725" cy="1289049"/>
            </a:xfrm>
            <a:custGeom>
              <a:rect b="b" l="l" r="r" t="t"/>
              <a:pathLst>
                <a:path extrusionOk="0" h="342" w="1341">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9" name="Google Shape;19;p15"/>
          <p:cNvSpPr txBox="1"/>
          <p:nvPr>
            <p:ph type="title"/>
          </p:nvPr>
        </p:nvSpPr>
        <p:spPr>
          <a:xfrm>
            <a:off x="284397" y="1869197"/>
            <a:ext cx="11423555" cy="1905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 type="subTitle"/>
          </p:nvPr>
        </p:nvSpPr>
        <p:spPr>
          <a:xfrm>
            <a:off x="284397" y="4133088"/>
            <a:ext cx="8229600" cy="438912"/>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3200"/>
              <a:buNone/>
              <a:defRPr sz="3200">
                <a:solidFill>
                  <a:schemeClr val="lt1"/>
                </a:solidFill>
                <a:latin typeface="Arial"/>
                <a:ea typeface="Arial"/>
                <a:cs typeface="Arial"/>
                <a:sym typeface="Arial"/>
              </a:defRPr>
            </a:lvl1pPr>
            <a:lvl2pPr lvl="1" algn="ctr">
              <a:lnSpc>
                <a:spcPct val="90000"/>
              </a:lnSpc>
              <a:spcBef>
                <a:spcPts val="400"/>
              </a:spcBef>
              <a:spcAft>
                <a:spcPts val="0"/>
              </a:spcAft>
              <a:buClr>
                <a:schemeClr val="lt1"/>
              </a:buClr>
              <a:buSzPts val="1800"/>
              <a:buNone/>
              <a:defRPr sz="2000"/>
            </a:lvl2pPr>
            <a:lvl3pPr lvl="2" algn="ctr">
              <a:lnSpc>
                <a:spcPct val="90000"/>
              </a:lnSpc>
              <a:spcBef>
                <a:spcPts val="400"/>
              </a:spcBef>
              <a:spcAft>
                <a:spcPts val="0"/>
              </a:spcAft>
              <a:buClr>
                <a:schemeClr val="lt1"/>
              </a:buClr>
              <a:buSzPts val="1800"/>
              <a:buNone/>
              <a:defRPr sz="1800"/>
            </a:lvl3pPr>
            <a:lvl4pPr lvl="3" algn="ctr">
              <a:lnSpc>
                <a:spcPct val="90000"/>
              </a:lnSpc>
              <a:spcBef>
                <a:spcPts val="400"/>
              </a:spcBef>
              <a:spcAft>
                <a:spcPts val="0"/>
              </a:spcAft>
              <a:buClr>
                <a:schemeClr val="lt1"/>
              </a:buClr>
              <a:buSzPts val="1600"/>
              <a:buNone/>
              <a:defRPr sz="1600"/>
            </a:lvl4pPr>
            <a:lvl5pPr lvl="4" algn="ctr">
              <a:lnSpc>
                <a:spcPct val="90000"/>
              </a:lnSpc>
              <a:spcBef>
                <a:spcPts val="400"/>
              </a:spcBef>
              <a:spcAft>
                <a:spcPts val="0"/>
              </a:spcAft>
              <a:buClr>
                <a:schemeClr val="lt1"/>
              </a:buClr>
              <a:buSzPts val="1600"/>
              <a:buNone/>
              <a:defRPr sz="1600"/>
            </a:lvl5pPr>
            <a:lvl6pPr lvl="5" algn="ctr">
              <a:lnSpc>
                <a:spcPct val="90000"/>
              </a:lnSpc>
              <a:spcBef>
                <a:spcPts val="600"/>
              </a:spcBef>
              <a:spcAft>
                <a:spcPts val="0"/>
              </a:spcAft>
              <a:buClr>
                <a:schemeClr val="lt1"/>
              </a:buClr>
              <a:buSzPts val="1600"/>
              <a:buNone/>
              <a:defRPr sz="1600"/>
            </a:lvl6pPr>
            <a:lvl7pPr lvl="6" algn="ctr">
              <a:lnSpc>
                <a:spcPct val="90000"/>
              </a:lnSpc>
              <a:spcBef>
                <a:spcPts val="600"/>
              </a:spcBef>
              <a:spcAft>
                <a:spcPts val="0"/>
              </a:spcAft>
              <a:buClr>
                <a:schemeClr val="lt1"/>
              </a:buClr>
              <a:buSzPts val="1600"/>
              <a:buNone/>
              <a:defRPr sz="1600"/>
            </a:lvl7pPr>
            <a:lvl8pPr lvl="7" algn="ctr">
              <a:lnSpc>
                <a:spcPct val="90000"/>
              </a:lnSpc>
              <a:spcBef>
                <a:spcPts val="600"/>
              </a:spcBef>
              <a:spcAft>
                <a:spcPts val="0"/>
              </a:spcAft>
              <a:buClr>
                <a:schemeClr val="lt1"/>
              </a:buClr>
              <a:buSzPts val="1600"/>
              <a:buNone/>
              <a:defRPr sz="1600"/>
            </a:lvl8pPr>
            <a:lvl9pPr lvl="8" algn="ctr">
              <a:lnSpc>
                <a:spcPct val="90000"/>
              </a:lnSpc>
              <a:spcBef>
                <a:spcPts val="600"/>
              </a:spcBef>
              <a:spcAft>
                <a:spcPts val="0"/>
              </a:spcAft>
              <a:buClr>
                <a:schemeClr val="lt1"/>
              </a:buClr>
              <a:buSzPts val="1600"/>
              <a:buNone/>
              <a:defRPr sz="1600"/>
            </a:lvl9pPr>
          </a:lstStyle>
          <a:p/>
        </p:txBody>
      </p:sp>
      <p:sp>
        <p:nvSpPr>
          <p:cNvPr id="21" name="Google Shape;21;p15"/>
          <p:cNvSpPr txBox="1"/>
          <p:nvPr>
            <p:ph idx="2" type="body"/>
          </p:nvPr>
        </p:nvSpPr>
        <p:spPr>
          <a:xfrm>
            <a:off x="284397" y="4577983"/>
            <a:ext cx="5489578" cy="339214"/>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sz="2200">
                <a:solidFill>
                  <a:schemeClr val="lt1"/>
                </a:solidFill>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22" name="Google Shape;22;p15"/>
          <p:cNvSpPr/>
          <p:nvPr/>
        </p:nvSpPr>
        <p:spPr>
          <a:xfrm>
            <a:off x="379647" y="3890957"/>
            <a:ext cx="530283"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22"/>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5" name="Google Shape;25;p22"/>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7" name="Google Shape;27;p22"/>
          <p:cNvSpPr txBox="1"/>
          <p:nvPr>
            <p:ph idx="1" type="body"/>
          </p:nvPr>
        </p:nvSpPr>
        <p:spPr>
          <a:xfrm>
            <a:off x="381000" y="999160"/>
            <a:ext cx="11403014" cy="5097600"/>
          </a:xfrm>
          <a:prstGeom prst="rect">
            <a:avLst/>
          </a:prstGeom>
          <a:noFill/>
          <a:ln>
            <a:noFill/>
          </a:ln>
        </p:spPr>
        <p:txBody>
          <a:bodyPr anchorCtr="0" anchor="t" bIns="91425" lIns="0" spcFirstLastPara="1" rIns="0" wrap="square" tIns="91425">
            <a:normAutofit/>
          </a:bodyPr>
          <a:lstStyle>
            <a:lvl1pPr indent="-342900" lvl="0" marL="457200" algn="l">
              <a:lnSpc>
                <a:spcPct val="90000"/>
              </a:lnSpc>
              <a:spcBef>
                <a:spcPts val="400"/>
              </a:spcBef>
              <a:spcAft>
                <a:spcPts val="0"/>
              </a:spcAft>
              <a:buClr>
                <a:schemeClr val="lt1"/>
              </a:buClr>
              <a:buSzPts val="1800"/>
              <a:buChar char="•"/>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8" name="Google Shape;28;p22"/>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9" name="Shape 29"/>
        <p:cNvGrpSpPr/>
        <p:nvPr/>
      </p:nvGrpSpPr>
      <p:grpSpPr>
        <a:xfrm>
          <a:off x="0" y="0"/>
          <a:ext cx="0" cy="0"/>
          <a:chOff x="0" y="0"/>
          <a:chExt cx="0" cy="0"/>
        </a:xfrm>
      </p:grpSpPr>
      <p:sp>
        <p:nvSpPr>
          <p:cNvPr id="30" name="Google Shape;30;p24"/>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1" name="Google Shape;31;p24"/>
          <p:cNvSpPr txBox="1"/>
          <p:nvPr>
            <p:ph idx="1" type="body"/>
          </p:nvPr>
        </p:nvSpPr>
        <p:spPr>
          <a:xfrm>
            <a:off x="285750" y="999160"/>
            <a:ext cx="11525249" cy="5096839"/>
          </a:xfrm>
          <a:prstGeom prst="rect">
            <a:avLst/>
          </a:prstGeom>
          <a:noFill/>
          <a:ln>
            <a:noFill/>
          </a:ln>
        </p:spPr>
        <p:txBody>
          <a:bodyPr anchorCtr="0" anchor="t"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pic>
        <p:nvPicPr>
          <p:cNvPr id="32" name="Google Shape;32;p24"/>
          <p:cNvPicPr preferRelativeResize="0"/>
          <p:nvPr/>
        </p:nvPicPr>
        <p:blipFill rotWithShape="1">
          <a:blip r:embed="rId2">
            <a:alphaModFix/>
          </a:blip>
          <a:srcRect b="0" l="0" r="0" t="0"/>
          <a:stretch/>
        </p:blipFill>
        <p:spPr>
          <a:xfrm>
            <a:off x="381000" y="6246014"/>
            <a:ext cx="954000" cy="274320"/>
          </a:xfrm>
          <a:prstGeom prst="rect">
            <a:avLst/>
          </a:prstGeom>
          <a:noFill/>
          <a:ln>
            <a:noFill/>
          </a:ln>
        </p:spPr>
      </p:pic>
      <p:sp>
        <p:nvSpPr>
          <p:cNvPr id="33" name="Google Shape;33;p24"/>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4"/>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1pPr>
            <a:lvl2pPr indent="-53299" lvl="1"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2pPr>
            <a:lvl3pPr indent="-53299" lvl="2"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3pPr>
            <a:lvl4pPr indent="-53299" lvl="3"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4pPr>
            <a:lvl5pPr indent="-53299" lvl="4"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5pPr>
            <a:lvl6pPr indent="-53299" lvl="5"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6pPr>
            <a:lvl7pPr indent="-53299" lvl="6"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7pPr>
            <a:lvl8pPr indent="-53299" lvl="7"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8pPr>
            <a:lvl9pPr indent="-53299" lvl="8"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9pPr>
          </a:lstStyle>
          <a:p>
            <a:pPr indent="-205699" lvl="0" marL="205699" rtl="0" algn="l">
              <a:spcBef>
                <a:spcPts val="0"/>
              </a:spcBef>
              <a:spcAft>
                <a:spcPts val="0"/>
              </a:spcAft>
              <a:buClr>
                <a:srgbClr val="787871"/>
              </a:buClr>
              <a:buSzPts val="2400"/>
              <a:buFont typeface="Arial"/>
              <a:buChar char="•"/>
            </a:pPr>
            <a:fld id="{00000000-1234-1234-1234-123412341234}" type="slidenum">
              <a:rPr lang="en-US"/>
              <a:t>‹#›</a:t>
            </a:fld>
            <a:endParaRPr/>
          </a:p>
        </p:txBody>
      </p:sp>
      <p:sp>
        <p:nvSpPr>
          <p:cNvPr id="35" name="Google Shape;35;p24"/>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36" name="Shape 36"/>
        <p:cNvGrpSpPr/>
        <p:nvPr/>
      </p:nvGrpSpPr>
      <p:grpSpPr>
        <a:xfrm>
          <a:off x="0" y="0"/>
          <a:ext cx="0" cy="0"/>
          <a:chOff x="0" y="0"/>
          <a:chExt cx="0" cy="0"/>
        </a:xfrm>
      </p:grpSpPr>
      <p:sp>
        <p:nvSpPr>
          <p:cNvPr id="37" name="Google Shape;37;p18"/>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8" name="Google Shape;38;p18"/>
          <p:cNvSpPr txBox="1"/>
          <p:nvPr>
            <p:ph idx="1" type="body"/>
          </p:nvPr>
        </p:nvSpPr>
        <p:spPr>
          <a:xfrm>
            <a:off x="285750" y="999160"/>
            <a:ext cx="11525249" cy="5096839"/>
          </a:xfrm>
          <a:prstGeom prst="rect">
            <a:avLst/>
          </a:prstGeom>
          <a:noFill/>
          <a:ln>
            <a:noFill/>
          </a:ln>
        </p:spPr>
        <p:txBody>
          <a:bodyPr anchorCtr="0" anchor="t"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pic>
        <p:nvPicPr>
          <p:cNvPr id="39" name="Google Shape;39;p18"/>
          <p:cNvPicPr preferRelativeResize="0"/>
          <p:nvPr/>
        </p:nvPicPr>
        <p:blipFill rotWithShape="1">
          <a:blip r:embed="rId2">
            <a:alphaModFix/>
          </a:blip>
          <a:srcRect b="0" l="0" r="0" t="0"/>
          <a:stretch/>
        </p:blipFill>
        <p:spPr>
          <a:xfrm>
            <a:off x="381000" y="6246014"/>
            <a:ext cx="954000" cy="274320"/>
          </a:xfrm>
          <a:prstGeom prst="rect">
            <a:avLst/>
          </a:prstGeom>
          <a:noFill/>
          <a:ln>
            <a:noFill/>
          </a:ln>
        </p:spPr>
      </p:pic>
      <p:sp>
        <p:nvSpPr>
          <p:cNvPr id="40" name="Google Shape;40;p18"/>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8"/>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1pPr>
            <a:lvl2pPr indent="-53299" lvl="1"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2pPr>
            <a:lvl3pPr indent="-53299" lvl="2"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3pPr>
            <a:lvl4pPr indent="-53299" lvl="3"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4pPr>
            <a:lvl5pPr indent="-53299" lvl="4"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5pPr>
            <a:lvl6pPr indent="-53299" lvl="5"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6pPr>
            <a:lvl7pPr indent="-53299" lvl="6"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7pPr>
            <a:lvl8pPr indent="-53299" lvl="7"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8pPr>
            <a:lvl9pPr indent="-53299" lvl="8"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9pPr>
          </a:lstStyle>
          <a:p>
            <a:pPr indent="-205699" lvl="0" marL="205699" rtl="0" algn="l">
              <a:spcBef>
                <a:spcPts val="0"/>
              </a:spcBef>
              <a:spcAft>
                <a:spcPts val="0"/>
              </a:spcAft>
              <a:buClr>
                <a:srgbClr val="787871"/>
              </a:buClr>
              <a:buSzPts val="2400"/>
              <a:buFont typeface="Arial"/>
              <a:buChar char="•"/>
            </a:pPr>
            <a:fld id="{00000000-1234-1234-1234-123412341234}" type="slidenum">
              <a:rPr lang="en-US"/>
              <a:t>‹#›</a:t>
            </a:fld>
            <a:endParaRPr/>
          </a:p>
        </p:txBody>
      </p:sp>
      <p:sp>
        <p:nvSpPr>
          <p:cNvPr id="42" name="Google Shape;42;p18"/>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Picture, Left">
  <p:cSld name="Title, Content and Picture, Left">
    <p:spTree>
      <p:nvGrpSpPr>
        <p:cNvPr id="43" name="Shape 43"/>
        <p:cNvGrpSpPr/>
        <p:nvPr/>
      </p:nvGrpSpPr>
      <p:grpSpPr>
        <a:xfrm>
          <a:off x="0" y="0"/>
          <a:ext cx="0" cy="0"/>
          <a:chOff x="0" y="0"/>
          <a:chExt cx="0" cy="0"/>
        </a:xfrm>
      </p:grpSpPr>
      <p:sp>
        <p:nvSpPr>
          <p:cNvPr id="44" name="Google Shape;44;p19"/>
          <p:cNvSpPr/>
          <p:nvPr>
            <p:ph idx="2" type="pic"/>
          </p:nvPr>
        </p:nvSpPr>
        <p:spPr>
          <a:xfrm>
            <a:off x="4076700" y="0"/>
            <a:ext cx="8115300" cy="6858000"/>
          </a:xfrm>
          <a:prstGeom prst="rect">
            <a:avLst/>
          </a:prstGeom>
          <a:noFill/>
          <a:ln>
            <a:noFill/>
          </a:ln>
        </p:spPr>
      </p:sp>
      <p:sp>
        <p:nvSpPr>
          <p:cNvPr id="45" name="Google Shape;45;p19"/>
          <p:cNvSpPr txBox="1"/>
          <p:nvPr>
            <p:ph type="title"/>
          </p:nvPr>
        </p:nvSpPr>
        <p:spPr>
          <a:xfrm>
            <a:off x="289122" y="1417320"/>
            <a:ext cx="3536373"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6" name="Google Shape;46;p19"/>
          <p:cNvPicPr preferRelativeResize="0"/>
          <p:nvPr/>
        </p:nvPicPr>
        <p:blipFill rotWithShape="1">
          <a:blip r:embed="rId2">
            <a:alphaModFix/>
          </a:blip>
          <a:srcRect b="0" l="0" r="0" t="0"/>
          <a:stretch/>
        </p:blipFill>
        <p:spPr>
          <a:xfrm>
            <a:off x="381000" y="6246014"/>
            <a:ext cx="954000" cy="274320"/>
          </a:xfrm>
          <a:prstGeom prst="rect">
            <a:avLst/>
          </a:prstGeom>
          <a:noFill/>
          <a:ln>
            <a:noFill/>
          </a:ln>
        </p:spPr>
      </p:pic>
      <p:sp>
        <p:nvSpPr>
          <p:cNvPr id="47" name="Google Shape;47;p19"/>
          <p:cNvSpPr/>
          <p:nvPr/>
        </p:nvSpPr>
        <p:spPr>
          <a:xfrm>
            <a:off x="385100" y="2356608"/>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48" name="Google Shape;48;p19"/>
          <p:cNvSpPr txBox="1"/>
          <p:nvPr>
            <p:ph idx="1" type="body"/>
          </p:nvPr>
        </p:nvSpPr>
        <p:spPr>
          <a:xfrm>
            <a:off x="278731" y="2534960"/>
            <a:ext cx="3546475" cy="3446462"/>
          </a:xfrm>
          <a:prstGeom prst="rect">
            <a:avLst/>
          </a:prstGeom>
          <a:noFill/>
          <a:ln>
            <a:noFill/>
          </a:ln>
        </p:spPr>
        <p:txBody>
          <a:bodyPr anchorCtr="0" anchor="t"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49" name="Google Shape;49;p19"/>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9"/>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1pPr>
            <a:lvl2pPr indent="-53299" lvl="1"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2pPr>
            <a:lvl3pPr indent="-53299" lvl="2"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3pPr>
            <a:lvl4pPr indent="-53299" lvl="3"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4pPr>
            <a:lvl5pPr indent="-53299" lvl="4"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5pPr>
            <a:lvl6pPr indent="-53299" lvl="5"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6pPr>
            <a:lvl7pPr indent="-53299" lvl="6"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7pPr>
            <a:lvl8pPr indent="-53299" lvl="7"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8pPr>
            <a:lvl9pPr indent="-53299" lvl="8" marL="205699" marR="0" algn="l">
              <a:lnSpc>
                <a:spcPct val="90000"/>
              </a:lnSpc>
              <a:spcBef>
                <a:spcPts val="0"/>
              </a:spcBef>
              <a:spcAft>
                <a:spcPts val="0"/>
              </a:spcAft>
              <a:buClr>
                <a:srgbClr val="787871"/>
              </a:buClr>
              <a:buSzPts val="2400"/>
              <a:buFont typeface="Arial"/>
              <a:buNone/>
              <a:defRPr b="0" baseline="30000" i="0" sz="2000" u="none" cap="none" strike="noStrike">
                <a:solidFill>
                  <a:srgbClr val="787871"/>
                </a:solidFill>
                <a:latin typeface="Arial"/>
                <a:ea typeface="Arial"/>
                <a:cs typeface="Arial"/>
                <a:sym typeface="Arial"/>
              </a:defRPr>
            </a:lvl9pPr>
          </a:lstStyle>
          <a:p>
            <a:pPr indent="-205699" lvl="0" marL="205699" rtl="0" algn="l">
              <a:spcBef>
                <a:spcPts val="0"/>
              </a:spcBef>
              <a:spcAft>
                <a:spcPts val="0"/>
              </a:spcAft>
              <a:buClr>
                <a:srgbClr val="787871"/>
              </a:buClr>
              <a:buSzPts val="2400"/>
              <a:buFont typeface="Arial"/>
              <a:buChar char="•"/>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1" name="Shape 51"/>
        <p:cNvGrpSpPr/>
        <p:nvPr/>
      </p:nvGrpSpPr>
      <p:grpSpPr>
        <a:xfrm>
          <a:off x="0" y="0"/>
          <a:ext cx="0" cy="0"/>
          <a:chOff x="0" y="0"/>
          <a:chExt cx="0" cy="0"/>
        </a:xfrm>
      </p:grpSpPr>
      <p:sp>
        <p:nvSpPr>
          <p:cNvPr id="52" name="Google Shape;52;p20"/>
          <p:cNvSpPr txBox="1"/>
          <p:nvPr>
            <p:ph idx="1" type="body"/>
          </p:nvPr>
        </p:nvSpPr>
        <p:spPr>
          <a:xfrm>
            <a:off x="6260021" y="995363"/>
            <a:ext cx="5523992" cy="5100637"/>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53" name="Google Shape;53;p20"/>
          <p:cNvSpPr txBox="1"/>
          <p:nvPr>
            <p:ph idx="2" type="body"/>
          </p:nvPr>
        </p:nvSpPr>
        <p:spPr>
          <a:xfrm>
            <a:off x="385100" y="995363"/>
            <a:ext cx="5523992" cy="5100637"/>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54" name="Google Shape;54;p20"/>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55" name="Google Shape;55;p20"/>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57" name="Google Shape;57;p20"/>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8" name="Shape 58"/>
        <p:cNvGrpSpPr/>
        <p:nvPr/>
      </p:nvGrpSpPr>
      <p:grpSpPr>
        <a:xfrm>
          <a:off x="0" y="0"/>
          <a:ext cx="0" cy="0"/>
          <a:chOff x="0" y="0"/>
          <a:chExt cx="0" cy="0"/>
        </a:xfrm>
      </p:grpSpPr>
      <p:sp>
        <p:nvSpPr>
          <p:cNvPr id="59" name="Google Shape;59;p21"/>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60" name="Google Shape;60;p21"/>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1"/>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62" name="Google Shape;62;p21"/>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3" name="Shape 63"/>
        <p:cNvGrpSpPr/>
        <p:nvPr/>
      </p:nvGrpSpPr>
      <p:grpSpPr>
        <a:xfrm>
          <a:off x="0" y="0"/>
          <a:ext cx="0" cy="0"/>
          <a:chOff x="0" y="0"/>
          <a:chExt cx="0" cy="0"/>
        </a:xfrm>
      </p:grpSpPr>
      <p:sp>
        <p:nvSpPr>
          <p:cNvPr id="64" name="Google Shape;64;p23"/>
          <p:cNvSpPr txBox="1"/>
          <p:nvPr>
            <p:ph idx="1" type="body"/>
          </p:nvPr>
        </p:nvSpPr>
        <p:spPr>
          <a:xfrm>
            <a:off x="8526166" y="999674"/>
            <a:ext cx="3257847" cy="5096326"/>
          </a:xfrm>
          <a:prstGeom prst="rect">
            <a:avLst/>
          </a:prstGeom>
          <a:noFill/>
          <a:ln cap="flat" cmpd="sng" w="57150">
            <a:solidFill>
              <a:srgbClr val="32DAC8"/>
            </a:solidFill>
            <a:prstDash val="solid"/>
            <a:miter lim="800000"/>
            <a:headEnd len="sm" w="sm" type="none"/>
            <a:tailEnd len="sm" w="sm" type="none"/>
          </a:ln>
        </p:spPr>
        <p:txBody>
          <a:bodyPr anchorCtr="0" anchor="t" bIns="91425" lIns="137150" spcFirstLastPara="1" rIns="137150" wrap="square" tIns="91425">
            <a:noAutofit/>
          </a:bodyPr>
          <a:lstStyle>
            <a:lvl1pPr indent="-228600" lvl="0" marL="457200" algn="l">
              <a:lnSpc>
                <a:spcPct val="90000"/>
              </a:lnSpc>
              <a:spcBef>
                <a:spcPts val="900"/>
              </a:spcBef>
              <a:spcAft>
                <a:spcPts val="0"/>
              </a:spcAft>
              <a:buClr>
                <a:schemeClr val="lt1"/>
              </a:buClr>
              <a:buSzPts val="2200"/>
              <a:buNone/>
              <a:defRPr sz="22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65" name="Google Shape;65;p23"/>
          <p:cNvSpPr txBox="1"/>
          <p:nvPr>
            <p:ph idx="2" type="body"/>
          </p:nvPr>
        </p:nvSpPr>
        <p:spPr>
          <a:xfrm>
            <a:off x="385100" y="995363"/>
            <a:ext cx="7844500" cy="5100637"/>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66" name="Google Shape;66;p23"/>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67" name="Google Shape;67;p23"/>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3"/>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69" name="Google Shape;69;p23"/>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70" name="Shape 70"/>
        <p:cNvGrpSpPr/>
        <p:nvPr/>
      </p:nvGrpSpPr>
      <p:grpSpPr>
        <a:xfrm>
          <a:off x="0" y="0"/>
          <a:ext cx="0" cy="0"/>
          <a:chOff x="0" y="0"/>
          <a:chExt cx="0" cy="0"/>
        </a:xfrm>
      </p:grpSpPr>
      <p:sp>
        <p:nvSpPr>
          <p:cNvPr id="71" name="Google Shape;71;p25"/>
          <p:cNvSpPr txBox="1"/>
          <p:nvPr>
            <p:ph idx="1" type="body"/>
          </p:nvPr>
        </p:nvSpPr>
        <p:spPr>
          <a:xfrm>
            <a:off x="293442" y="3528820"/>
            <a:ext cx="11517557" cy="2055116"/>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72" name="Google Shape;72;p25"/>
          <p:cNvSpPr/>
          <p:nvPr/>
        </p:nvSpPr>
        <p:spPr>
          <a:xfrm>
            <a:off x="381000" y="3374136"/>
            <a:ext cx="530283"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73" name="Google Shape;73;p25"/>
          <p:cNvSpPr txBox="1"/>
          <p:nvPr>
            <p:ph type="title"/>
          </p:nvPr>
        </p:nvSpPr>
        <p:spPr>
          <a:xfrm>
            <a:off x="284749" y="521016"/>
            <a:ext cx="6195700" cy="2828660"/>
          </a:xfrm>
          <a:prstGeom prst="rect">
            <a:avLst/>
          </a:prstGeom>
          <a:noFill/>
          <a:ln>
            <a:noFill/>
          </a:ln>
        </p:spPr>
        <p:txBody>
          <a:bodyPr anchorCtr="0" anchor="b" bIns="91425" lIns="91425" spcFirstLastPara="1" rIns="91425" wrap="square" tIns="91425">
            <a:noAutofit/>
          </a:bodyPr>
          <a:lstStyle>
            <a:lvl1pPr lvl="0" algn="l">
              <a:lnSpc>
                <a:spcPct val="85000"/>
              </a:lnSpc>
              <a:spcBef>
                <a:spcPts val="0"/>
              </a:spcBef>
              <a:spcAft>
                <a:spcPts val="0"/>
              </a:spcAft>
              <a:buClr>
                <a:schemeClr val="lt1"/>
              </a:buClr>
              <a:buSzPts val="4400"/>
              <a:buFont typeface="Arial"/>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txBox="1"/>
          <p:nvPr>
            <p:ph idx="11" type="ftr"/>
          </p:nvPr>
        </p:nvSpPr>
        <p:spPr>
          <a:xfrm>
            <a:off x="4374720" y="5923546"/>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sz="12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5"/>
          <p:cNvSpPr txBox="1"/>
          <p:nvPr/>
        </p:nvSpPr>
        <p:spPr>
          <a:xfrm>
            <a:off x="8115300" y="6335127"/>
            <a:ext cx="3740580" cy="27699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ial"/>
                <a:ea typeface="Arial"/>
                <a:cs typeface="Arial"/>
                <a:sym typeface="Arial"/>
              </a:rPr>
              <a:t>© 2025 Hewlett Packard Enterprise Development LP</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dk1"/>
        </a:solidFill>
      </p:bgPr>
    </p:bg>
    <p:spTree>
      <p:nvGrpSpPr>
        <p:cNvPr id="76" name="Shape 76"/>
        <p:cNvGrpSpPr/>
        <p:nvPr/>
      </p:nvGrpSpPr>
      <p:grpSpPr>
        <a:xfrm>
          <a:off x="0" y="0"/>
          <a:ext cx="0" cy="0"/>
          <a:chOff x="0" y="0"/>
          <a:chExt cx="0" cy="0"/>
        </a:xfrm>
      </p:grpSpPr>
      <p:sp>
        <p:nvSpPr>
          <p:cNvPr id="77" name="Google Shape;77;p26"/>
          <p:cNvSpPr txBox="1"/>
          <p:nvPr>
            <p:ph idx="1" type="body"/>
          </p:nvPr>
        </p:nvSpPr>
        <p:spPr>
          <a:xfrm>
            <a:off x="290747" y="4577983"/>
            <a:ext cx="5489578" cy="339214"/>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sz="2200">
                <a:solidFill>
                  <a:schemeClr val="lt1"/>
                </a:solidFill>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78" name="Google Shape;78;p26"/>
          <p:cNvSpPr txBox="1"/>
          <p:nvPr>
            <p:ph idx="2" type="subTitle"/>
          </p:nvPr>
        </p:nvSpPr>
        <p:spPr>
          <a:xfrm>
            <a:off x="290747" y="4133088"/>
            <a:ext cx="8229600" cy="438912"/>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3200"/>
              <a:buNone/>
              <a:defRPr sz="3200">
                <a:solidFill>
                  <a:schemeClr val="lt1"/>
                </a:solidFill>
                <a:latin typeface="Arial"/>
                <a:ea typeface="Arial"/>
                <a:cs typeface="Arial"/>
                <a:sym typeface="Arial"/>
              </a:defRPr>
            </a:lvl1pPr>
            <a:lvl2pPr lvl="1" algn="ctr">
              <a:lnSpc>
                <a:spcPct val="90000"/>
              </a:lnSpc>
              <a:spcBef>
                <a:spcPts val="400"/>
              </a:spcBef>
              <a:spcAft>
                <a:spcPts val="0"/>
              </a:spcAft>
              <a:buClr>
                <a:schemeClr val="lt1"/>
              </a:buClr>
              <a:buSzPts val="1800"/>
              <a:buNone/>
              <a:defRPr sz="2000"/>
            </a:lvl2pPr>
            <a:lvl3pPr lvl="2" algn="ctr">
              <a:lnSpc>
                <a:spcPct val="90000"/>
              </a:lnSpc>
              <a:spcBef>
                <a:spcPts val="400"/>
              </a:spcBef>
              <a:spcAft>
                <a:spcPts val="0"/>
              </a:spcAft>
              <a:buClr>
                <a:schemeClr val="lt1"/>
              </a:buClr>
              <a:buSzPts val="1800"/>
              <a:buNone/>
              <a:defRPr sz="1800"/>
            </a:lvl3pPr>
            <a:lvl4pPr lvl="3" algn="ctr">
              <a:lnSpc>
                <a:spcPct val="90000"/>
              </a:lnSpc>
              <a:spcBef>
                <a:spcPts val="400"/>
              </a:spcBef>
              <a:spcAft>
                <a:spcPts val="0"/>
              </a:spcAft>
              <a:buClr>
                <a:schemeClr val="lt1"/>
              </a:buClr>
              <a:buSzPts val="1600"/>
              <a:buNone/>
              <a:defRPr sz="1600"/>
            </a:lvl4pPr>
            <a:lvl5pPr lvl="4" algn="ctr">
              <a:lnSpc>
                <a:spcPct val="90000"/>
              </a:lnSpc>
              <a:spcBef>
                <a:spcPts val="400"/>
              </a:spcBef>
              <a:spcAft>
                <a:spcPts val="0"/>
              </a:spcAft>
              <a:buClr>
                <a:schemeClr val="lt1"/>
              </a:buClr>
              <a:buSzPts val="1600"/>
              <a:buNone/>
              <a:defRPr sz="1600"/>
            </a:lvl5pPr>
            <a:lvl6pPr lvl="5" algn="ctr">
              <a:lnSpc>
                <a:spcPct val="90000"/>
              </a:lnSpc>
              <a:spcBef>
                <a:spcPts val="600"/>
              </a:spcBef>
              <a:spcAft>
                <a:spcPts val="0"/>
              </a:spcAft>
              <a:buClr>
                <a:schemeClr val="lt1"/>
              </a:buClr>
              <a:buSzPts val="1600"/>
              <a:buNone/>
              <a:defRPr sz="1600"/>
            </a:lvl6pPr>
            <a:lvl7pPr lvl="6" algn="ctr">
              <a:lnSpc>
                <a:spcPct val="90000"/>
              </a:lnSpc>
              <a:spcBef>
                <a:spcPts val="600"/>
              </a:spcBef>
              <a:spcAft>
                <a:spcPts val="0"/>
              </a:spcAft>
              <a:buClr>
                <a:schemeClr val="lt1"/>
              </a:buClr>
              <a:buSzPts val="1600"/>
              <a:buNone/>
              <a:defRPr sz="1600"/>
            </a:lvl7pPr>
            <a:lvl8pPr lvl="7" algn="ctr">
              <a:lnSpc>
                <a:spcPct val="90000"/>
              </a:lnSpc>
              <a:spcBef>
                <a:spcPts val="600"/>
              </a:spcBef>
              <a:spcAft>
                <a:spcPts val="0"/>
              </a:spcAft>
              <a:buClr>
                <a:schemeClr val="lt1"/>
              </a:buClr>
              <a:buSzPts val="1600"/>
              <a:buNone/>
              <a:defRPr sz="1600"/>
            </a:lvl8pPr>
            <a:lvl9pPr lvl="8" algn="ctr">
              <a:lnSpc>
                <a:spcPct val="90000"/>
              </a:lnSpc>
              <a:spcBef>
                <a:spcPts val="600"/>
              </a:spcBef>
              <a:spcAft>
                <a:spcPts val="0"/>
              </a:spcAft>
              <a:buClr>
                <a:schemeClr val="lt1"/>
              </a:buClr>
              <a:buSzPts val="1600"/>
              <a:buNone/>
              <a:defRPr sz="1600"/>
            </a:lvl9pPr>
          </a:lstStyle>
          <a:p/>
        </p:txBody>
      </p:sp>
      <p:sp>
        <p:nvSpPr>
          <p:cNvPr id="79" name="Google Shape;79;p26"/>
          <p:cNvSpPr/>
          <p:nvPr/>
        </p:nvSpPr>
        <p:spPr>
          <a:xfrm>
            <a:off x="379647" y="3890957"/>
            <a:ext cx="530283"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chemeClr val="lt1"/>
              </a:solidFill>
              <a:latin typeface="Arial"/>
              <a:ea typeface="Arial"/>
              <a:cs typeface="Arial"/>
              <a:sym typeface="Arial"/>
            </a:endParaRPr>
          </a:p>
        </p:txBody>
      </p:sp>
      <p:sp>
        <p:nvSpPr>
          <p:cNvPr id="80" name="Google Shape;80;p26"/>
          <p:cNvSpPr txBox="1"/>
          <p:nvPr>
            <p:ph type="title"/>
          </p:nvPr>
        </p:nvSpPr>
        <p:spPr>
          <a:xfrm>
            <a:off x="290747" y="1869197"/>
            <a:ext cx="11423555" cy="1905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1" type="ftr"/>
          </p:nvPr>
        </p:nvSpPr>
        <p:spPr>
          <a:xfrm>
            <a:off x="4374720"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82" name="Google Shape;82;p26"/>
          <p:cNvGrpSpPr/>
          <p:nvPr/>
        </p:nvGrpSpPr>
        <p:grpSpPr>
          <a:xfrm>
            <a:off x="393523" y="381956"/>
            <a:ext cx="2218745" cy="893759"/>
            <a:chOff x="393523" y="381956"/>
            <a:chExt cx="2218745" cy="893759"/>
          </a:xfrm>
        </p:grpSpPr>
        <p:sp>
          <p:nvSpPr>
            <p:cNvPr id="83" name="Google Shape;83;p26"/>
            <p:cNvSpPr/>
            <p:nvPr/>
          </p:nvSpPr>
          <p:spPr>
            <a:xfrm>
              <a:off x="393523" y="381956"/>
              <a:ext cx="759854" cy="211008"/>
            </a:xfrm>
            <a:custGeom>
              <a:rect b="b" l="l" r="r" t="t"/>
              <a:pathLst>
                <a:path extrusionOk="0" h="314" w="1087">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 name="Google Shape;84;p26"/>
            <p:cNvSpPr/>
            <p:nvPr/>
          </p:nvSpPr>
          <p:spPr>
            <a:xfrm>
              <a:off x="393523" y="730052"/>
              <a:ext cx="2218745" cy="545663"/>
            </a:xfrm>
            <a:custGeom>
              <a:rect b="b" l="l" r="r" t="t"/>
              <a:pathLst>
                <a:path extrusionOk="0" h="342" w="1341">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Dark Picture" showMasterSp="0">
  <p:cSld name="Title Slide with Dark Picture">
    <p:spTree>
      <p:nvGrpSpPr>
        <p:cNvPr id="85" name="Shape 85"/>
        <p:cNvGrpSpPr/>
        <p:nvPr/>
      </p:nvGrpSpPr>
      <p:grpSpPr>
        <a:xfrm>
          <a:off x="0" y="0"/>
          <a:ext cx="0" cy="0"/>
          <a:chOff x="0" y="0"/>
          <a:chExt cx="0" cy="0"/>
        </a:xfrm>
      </p:grpSpPr>
      <p:sp>
        <p:nvSpPr>
          <p:cNvPr id="86" name="Google Shape;86;p27"/>
          <p:cNvSpPr txBox="1"/>
          <p:nvPr>
            <p:ph idx="1" type="body"/>
          </p:nvPr>
        </p:nvSpPr>
        <p:spPr>
          <a:xfrm>
            <a:off x="290747" y="4577983"/>
            <a:ext cx="5489578" cy="339214"/>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sz="2200">
                <a:solidFill>
                  <a:schemeClr val="lt1"/>
                </a:solidFill>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87" name="Google Shape;87;p27"/>
          <p:cNvSpPr txBox="1"/>
          <p:nvPr>
            <p:ph idx="2" type="subTitle"/>
          </p:nvPr>
        </p:nvSpPr>
        <p:spPr>
          <a:xfrm>
            <a:off x="290747" y="4133088"/>
            <a:ext cx="8229600" cy="438912"/>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3200"/>
              <a:buNone/>
              <a:defRPr sz="3200">
                <a:solidFill>
                  <a:schemeClr val="lt1"/>
                </a:solidFill>
                <a:latin typeface="Arial"/>
                <a:ea typeface="Arial"/>
                <a:cs typeface="Arial"/>
                <a:sym typeface="Arial"/>
              </a:defRPr>
            </a:lvl1pPr>
            <a:lvl2pPr lvl="1" algn="ctr">
              <a:lnSpc>
                <a:spcPct val="90000"/>
              </a:lnSpc>
              <a:spcBef>
                <a:spcPts val="400"/>
              </a:spcBef>
              <a:spcAft>
                <a:spcPts val="0"/>
              </a:spcAft>
              <a:buClr>
                <a:schemeClr val="lt1"/>
              </a:buClr>
              <a:buSzPts val="1800"/>
              <a:buNone/>
              <a:defRPr sz="2000"/>
            </a:lvl2pPr>
            <a:lvl3pPr lvl="2" algn="ctr">
              <a:lnSpc>
                <a:spcPct val="90000"/>
              </a:lnSpc>
              <a:spcBef>
                <a:spcPts val="400"/>
              </a:spcBef>
              <a:spcAft>
                <a:spcPts val="0"/>
              </a:spcAft>
              <a:buClr>
                <a:schemeClr val="lt1"/>
              </a:buClr>
              <a:buSzPts val="1800"/>
              <a:buNone/>
              <a:defRPr sz="1800"/>
            </a:lvl3pPr>
            <a:lvl4pPr lvl="3" algn="ctr">
              <a:lnSpc>
                <a:spcPct val="90000"/>
              </a:lnSpc>
              <a:spcBef>
                <a:spcPts val="400"/>
              </a:spcBef>
              <a:spcAft>
                <a:spcPts val="0"/>
              </a:spcAft>
              <a:buClr>
                <a:schemeClr val="lt1"/>
              </a:buClr>
              <a:buSzPts val="1600"/>
              <a:buNone/>
              <a:defRPr sz="1600"/>
            </a:lvl4pPr>
            <a:lvl5pPr lvl="4" algn="ctr">
              <a:lnSpc>
                <a:spcPct val="90000"/>
              </a:lnSpc>
              <a:spcBef>
                <a:spcPts val="400"/>
              </a:spcBef>
              <a:spcAft>
                <a:spcPts val="0"/>
              </a:spcAft>
              <a:buClr>
                <a:schemeClr val="lt1"/>
              </a:buClr>
              <a:buSzPts val="1600"/>
              <a:buNone/>
              <a:defRPr sz="1600"/>
            </a:lvl5pPr>
            <a:lvl6pPr lvl="5" algn="ctr">
              <a:lnSpc>
                <a:spcPct val="90000"/>
              </a:lnSpc>
              <a:spcBef>
                <a:spcPts val="600"/>
              </a:spcBef>
              <a:spcAft>
                <a:spcPts val="0"/>
              </a:spcAft>
              <a:buClr>
                <a:schemeClr val="lt1"/>
              </a:buClr>
              <a:buSzPts val="1600"/>
              <a:buNone/>
              <a:defRPr sz="1600"/>
            </a:lvl6pPr>
            <a:lvl7pPr lvl="6" algn="ctr">
              <a:lnSpc>
                <a:spcPct val="90000"/>
              </a:lnSpc>
              <a:spcBef>
                <a:spcPts val="600"/>
              </a:spcBef>
              <a:spcAft>
                <a:spcPts val="0"/>
              </a:spcAft>
              <a:buClr>
                <a:schemeClr val="lt1"/>
              </a:buClr>
              <a:buSzPts val="1600"/>
              <a:buNone/>
              <a:defRPr sz="1600"/>
            </a:lvl7pPr>
            <a:lvl8pPr lvl="7" algn="ctr">
              <a:lnSpc>
                <a:spcPct val="90000"/>
              </a:lnSpc>
              <a:spcBef>
                <a:spcPts val="600"/>
              </a:spcBef>
              <a:spcAft>
                <a:spcPts val="0"/>
              </a:spcAft>
              <a:buClr>
                <a:schemeClr val="lt1"/>
              </a:buClr>
              <a:buSzPts val="1600"/>
              <a:buNone/>
              <a:defRPr sz="1600"/>
            </a:lvl8pPr>
            <a:lvl9pPr lvl="8" algn="ctr">
              <a:lnSpc>
                <a:spcPct val="90000"/>
              </a:lnSpc>
              <a:spcBef>
                <a:spcPts val="600"/>
              </a:spcBef>
              <a:spcAft>
                <a:spcPts val="0"/>
              </a:spcAft>
              <a:buClr>
                <a:schemeClr val="lt1"/>
              </a:buClr>
              <a:buSzPts val="1600"/>
              <a:buNone/>
              <a:defRPr sz="1600"/>
            </a:lvl9pPr>
          </a:lstStyle>
          <a:p/>
        </p:txBody>
      </p:sp>
      <p:sp>
        <p:nvSpPr>
          <p:cNvPr id="88" name="Google Shape;88;p27"/>
          <p:cNvSpPr/>
          <p:nvPr/>
        </p:nvSpPr>
        <p:spPr>
          <a:xfrm>
            <a:off x="379647" y="3890957"/>
            <a:ext cx="530283"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chemeClr val="lt1"/>
              </a:solidFill>
              <a:latin typeface="Arial"/>
              <a:ea typeface="Arial"/>
              <a:cs typeface="Arial"/>
              <a:sym typeface="Arial"/>
            </a:endParaRPr>
          </a:p>
        </p:txBody>
      </p:sp>
      <p:sp>
        <p:nvSpPr>
          <p:cNvPr id="89" name="Google Shape;89;p27"/>
          <p:cNvSpPr txBox="1"/>
          <p:nvPr>
            <p:ph type="title"/>
          </p:nvPr>
        </p:nvSpPr>
        <p:spPr>
          <a:xfrm>
            <a:off x="290747" y="1869197"/>
            <a:ext cx="11423555" cy="1905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7"/>
          <p:cNvSpPr txBox="1"/>
          <p:nvPr>
            <p:ph idx="11" type="ftr"/>
          </p:nvPr>
        </p:nvSpPr>
        <p:spPr>
          <a:xfrm>
            <a:off x="4374720"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91" name="Google Shape;91;p27"/>
          <p:cNvGrpSpPr/>
          <p:nvPr/>
        </p:nvGrpSpPr>
        <p:grpSpPr>
          <a:xfrm>
            <a:off x="393523" y="381956"/>
            <a:ext cx="2218745" cy="893759"/>
            <a:chOff x="393523" y="381956"/>
            <a:chExt cx="2218745" cy="893759"/>
          </a:xfrm>
        </p:grpSpPr>
        <p:sp>
          <p:nvSpPr>
            <p:cNvPr id="92" name="Google Shape;92;p27"/>
            <p:cNvSpPr/>
            <p:nvPr/>
          </p:nvSpPr>
          <p:spPr>
            <a:xfrm>
              <a:off x="393523" y="381956"/>
              <a:ext cx="759854" cy="211008"/>
            </a:xfrm>
            <a:custGeom>
              <a:rect b="b" l="l" r="r" t="t"/>
              <a:pathLst>
                <a:path extrusionOk="0" h="314" w="1087">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27"/>
            <p:cNvSpPr/>
            <p:nvPr/>
          </p:nvSpPr>
          <p:spPr>
            <a:xfrm>
              <a:off x="393523" y="730052"/>
              <a:ext cx="2218745" cy="545663"/>
            </a:xfrm>
            <a:custGeom>
              <a:rect b="b" l="l" r="r" t="t"/>
              <a:pathLst>
                <a:path extrusionOk="0" h="342" w="1341">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Light Picture" showMasterSp="0">
  <p:cSld name="Title Slide with Light Picture">
    <p:bg>
      <p:bgPr>
        <a:solidFill>
          <a:schemeClr val="lt1"/>
        </a:solidFill>
      </p:bgPr>
    </p:bg>
    <p:spTree>
      <p:nvGrpSpPr>
        <p:cNvPr id="94" name="Shape 94"/>
        <p:cNvGrpSpPr/>
        <p:nvPr/>
      </p:nvGrpSpPr>
      <p:grpSpPr>
        <a:xfrm>
          <a:off x="0" y="0"/>
          <a:ext cx="0" cy="0"/>
          <a:chOff x="0" y="0"/>
          <a:chExt cx="0" cy="0"/>
        </a:xfrm>
      </p:grpSpPr>
      <p:sp>
        <p:nvSpPr>
          <p:cNvPr id="95" name="Google Shape;95;p28"/>
          <p:cNvSpPr txBox="1"/>
          <p:nvPr>
            <p:ph idx="1" type="body"/>
          </p:nvPr>
        </p:nvSpPr>
        <p:spPr>
          <a:xfrm>
            <a:off x="284397" y="4577983"/>
            <a:ext cx="5489578" cy="339214"/>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dk1"/>
              </a:buClr>
              <a:buSzPts val="2200"/>
              <a:buNone/>
              <a:defRPr sz="2200">
                <a:solidFill>
                  <a:schemeClr val="dk1"/>
                </a:solidFill>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96" name="Google Shape;96;p28"/>
          <p:cNvSpPr txBox="1"/>
          <p:nvPr>
            <p:ph idx="2" type="subTitle"/>
          </p:nvPr>
        </p:nvSpPr>
        <p:spPr>
          <a:xfrm>
            <a:off x="284397" y="4133088"/>
            <a:ext cx="8229600" cy="438912"/>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dk1"/>
              </a:buClr>
              <a:buSzPts val="3200"/>
              <a:buNone/>
              <a:defRPr sz="3200">
                <a:solidFill>
                  <a:schemeClr val="dk1"/>
                </a:solidFill>
                <a:latin typeface="Arial"/>
                <a:ea typeface="Arial"/>
                <a:cs typeface="Arial"/>
                <a:sym typeface="Arial"/>
              </a:defRPr>
            </a:lvl1pPr>
            <a:lvl2pPr lvl="1" algn="ctr">
              <a:lnSpc>
                <a:spcPct val="90000"/>
              </a:lnSpc>
              <a:spcBef>
                <a:spcPts val="400"/>
              </a:spcBef>
              <a:spcAft>
                <a:spcPts val="0"/>
              </a:spcAft>
              <a:buClr>
                <a:schemeClr val="lt1"/>
              </a:buClr>
              <a:buSzPts val="1800"/>
              <a:buNone/>
              <a:defRPr sz="2000"/>
            </a:lvl2pPr>
            <a:lvl3pPr lvl="2" algn="ctr">
              <a:lnSpc>
                <a:spcPct val="90000"/>
              </a:lnSpc>
              <a:spcBef>
                <a:spcPts val="400"/>
              </a:spcBef>
              <a:spcAft>
                <a:spcPts val="0"/>
              </a:spcAft>
              <a:buClr>
                <a:schemeClr val="lt1"/>
              </a:buClr>
              <a:buSzPts val="1800"/>
              <a:buNone/>
              <a:defRPr sz="1800"/>
            </a:lvl3pPr>
            <a:lvl4pPr lvl="3" algn="ctr">
              <a:lnSpc>
                <a:spcPct val="90000"/>
              </a:lnSpc>
              <a:spcBef>
                <a:spcPts val="400"/>
              </a:spcBef>
              <a:spcAft>
                <a:spcPts val="0"/>
              </a:spcAft>
              <a:buClr>
                <a:schemeClr val="lt1"/>
              </a:buClr>
              <a:buSzPts val="1600"/>
              <a:buNone/>
              <a:defRPr sz="1600"/>
            </a:lvl4pPr>
            <a:lvl5pPr lvl="4" algn="ctr">
              <a:lnSpc>
                <a:spcPct val="90000"/>
              </a:lnSpc>
              <a:spcBef>
                <a:spcPts val="400"/>
              </a:spcBef>
              <a:spcAft>
                <a:spcPts val="0"/>
              </a:spcAft>
              <a:buClr>
                <a:schemeClr val="lt1"/>
              </a:buClr>
              <a:buSzPts val="1600"/>
              <a:buNone/>
              <a:defRPr sz="1600"/>
            </a:lvl5pPr>
            <a:lvl6pPr lvl="5" algn="ctr">
              <a:lnSpc>
                <a:spcPct val="90000"/>
              </a:lnSpc>
              <a:spcBef>
                <a:spcPts val="600"/>
              </a:spcBef>
              <a:spcAft>
                <a:spcPts val="0"/>
              </a:spcAft>
              <a:buClr>
                <a:schemeClr val="lt1"/>
              </a:buClr>
              <a:buSzPts val="1600"/>
              <a:buNone/>
              <a:defRPr sz="1600"/>
            </a:lvl6pPr>
            <a:lvl7pPr lvl="6" algn="ctr">
              <a:lnSpc>
                <a:spcPct val="90000"/>
              </a:lnSpc>
              <a:spcBef>
                <a:spcPts val="600"/>
              </a:spcBef>
              <a:spcAft>
                <a:spcPts val="0"/>
              </a:spcAft>
              <a:buClr>
                <a:schemeClr val="lt1"/>
              </a:buClr>
              <a:buSzPts val="1600"/>
              <a:buNone/>
              <a:defRPr sz="1600"/>
            </a:lvl7pPr>
            <a:lvl8pPr lvl="7" algn="ctr">
              <a:lnSpc>
                <a:spcPct val="90000"/>
              </a:lnSpc>
              <a:spcBef>
                <a:spcPts val="600"/>
              </a:spcBef>
              <a:spcAft>
                <a:spcPts val="0"/>
              </a:spcAft>
              <a:buClr>
                <a:schemeClr val="lt1"/>
              </a:buClr>
              <a:buSzPts val="1600"/>
              <a:buNone/>
              <a:defRPr sz="1600"/>
            </a:lvl8pPr>
            <a:lvl9pPr lvl="8" algn="ctr">
              <a:lnSpc>
                <a:spcPct val="90000"/>
              </a:lnSpc>
              <a:spcBef>
                <a:spcPts val="600"/>
              </a:spcBef>
              <a:spcAft>
                <a:spcPts val="0"/>
              </a:spcAft>
              <a:buClr>
                <a:schemeClr val="lt1"/>
              </a:buClr>
              <a:buSzPts val="1600"/>
              <a:buNone/>
              <a:defRPr sz="1600"/>
            </a:lvl9pPr>
          </a:lstStyle>
          <a:p/>
        </p:txBody>
      </p:sp>
      <p:sp>
        <p:nvSpPr>
          <p:cNvPr id="97" name="Google Shape;97;p28"/>
          <p:cNvSpPr/>
          <p:nvPr/>
        </p:nvSpPr>
        <p:spPr>
          <a:xfrm>
            <a:off x="379647" y="3890957"/>
            <a:ext cx="530283"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chemeClr val="dk1"/>
              </a:solidFill>
              <a:latin typeface="Arial"/>
              <a:ea typeface="Arial"/>
              <a:cs typeface="Arial"/>
              <a:sym typeface="Arial"/>
            </a:endParaRPr>
          </a:p>
        </p:txBody>
      </p:sp>
      <p:sp>
        <p:nvSpPr>
          <p:cNvPr id="98" name="Google Shape;98;p28"/>
          <p:cNvSpPr txBox="1"/>
          <p:nvPr>
            <p:ph type="title"/>
          </p:nvPr>
        </p:nvSpPr>
        <p:spPr>
          <a:xfrm>
            <a:off x="284397" y="1869197"/>
            <a:ext cx="11423555" cy="1905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chemeClr val="dk1"/>
              </a:buClr>
              <a:buSzPts val="4400"/>
              <a:buFont typeface="Arial"/>
              <a:buNone/>
              <a:defRPr sz="44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99" name="Google Shape;99;p28"/>
          <p:cNvGrpSpPr/>
          <p:nvPr/>
        </p:nvGrpSpPr>
        <p:grpSpPr>
          <a:xfrm>
            <a:off x="393523" y="381956"/>
            <a:ext cx="2218745" cy="893759"/>
            <a:chOff x="393523" y="381956"/>
            <a:chExt cx="2218745" cy="893759"/>
          </a:xfrm>
        </p:grpSpPr>
        <p:sp>
          <p:nvSpPr>
            <p:cNvPr id="100" name="Google Shape;100;p28"/>
            <p:cNvSpPr/>
            <p:nvPr/>
          </p:nvSpPr>
          <p:spPr>
            <a:xfrm>
              <a:off x="393523" y="381956"/>
              <a:ext cx="759854" cy="211008"/>
            </a:xfrm>
            <a:custGeom>
              <a:rect b="b" l="l" r="r" t="t"/>
              <a:pathLst>
                <a:path extrusionOk="0" h="314" w="1087">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28"/>
            <p:cNvSpPr/>
            <p:nvPr/>
          </p:nvSpPr>
          <p:spPr>
            <a:xfrm>
              <a:off x="393523" y="730052"/>
              <a:ext cx="2218745" cy="545663"/>
            </a:xfrm>
            <a:custGeom>
              <a:rect b="b" l="l" r="r" t="t"/>
              <a:pathLst>
                <a:path extrusionOk="0" h="342" w="1341">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02" name="Google Shape;102;p28"/>
          <p:cNvSpPr txBox="1"/>
          <p:nvPr>
            <p:ph idx="11" type="ftr"/>
          </p:nvPr>
        </p:nvSpPr>
        <p:spPr>
          <a:xfrm>
            <a:off x="4374720"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03" name="Shape 103"/>
        <p:cNvGrpSpPr/>
        <p:nvPr/>
      </p:nvGrpSpPr>
      <p:grpSpPr>
        <a:xfrm>
          <a:off x="0" y="0"/>
          <a:ext cx="0" cy="0"/>
          <a:chOff x="0" y="0"/>
          <a:chExt cx="0" cy="0"/>
        </a:xfrm>
      </p:grpSpPr>
      <p:sp>
        <p:nvSpPr>
          <p:cNvPr id="104" name="Google Shape;104;p29"/>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05" name="Google Shape;105;p29"/>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9"/>
          <p:cNvSpPr txBox="1"/>
          <p:nvPr>
            <p:ph idx="1" type="body"/>
          </p:nvPr>
        </p:nvSpPr>
        <p:spPr>
          <a:xfrm>
            <a:off x="413999" y="5371526"/>
            <a:ext cx="11365200" cy="630000"/>
          </a:xfrm>
          <a:prstGeom prst="rect">
            <a:avLst/>
          </a:prstGeom>
          <a:noFill/>
          <a:ln cap="flat" cmpd="sng" w="9525">
            <a:solidFill>
              <a:schemeClr val="accent1"/>
            </a:solidFill>
            <a:prstDash val="solid"/>
            <a:round/>
            <a:headEnd len="sm" w="sm" type="none"/>
            <a:tailEnd len="sm" w="sm" type="none"/>
          </a:ln>
        </p:spPr>
        <p:txBody>
          <a:bodyPr anchorCtr="0" anchor="ctr" bIns="91425" lIns="270000" spcFirstLastPara="1" rIns="270000" wrap="square" tIns="91425">
            <a:normAutofit/>
          </a:bodyPr>
          <a:lstStyle>
            <a:lvl1pPr indent="-228600" lvl="0" marL="457200" algn="l">
              <a:lnSpc>
                <a:spcPct val="90000"/>
              </a:lnSpc>
              <a:spcBef>
                <a:spcPts val="400"/>
              </a:spcBef>
              <a:spcAft>
                <a:spcPts val="0"/>
              </a:spcAft>
              <a:buClr>
                <a:schemeClr val="lt1"/>
              </a:buClr>
              <a:buSzPts val="2200"/>
              <a:buNone/>
              <a:defRPr b="1" cap="none">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07" name="Google Shape;107;p29"/>
          <p:cNvSpPr txBox="1"/>
          <p:nvPr>
            <p:ph idx="2" type="body"/>
          </p:nvPr>
        </p:nvSpPr>
        <p:spPr>
          <a:xfrm>
            <a:off x="413999" y="4511467"/>
            <a:ext cx="11365200" cy="630000"/>
          </a:xfrm>
          <a:prstGeom prst="rect">
            <a:avLst/>
          </a:prstGeom>
          <a:noFill/>
          <a:ln cap="flat" cmpd="sng" w="9525">
            <a:solidFill>
              <a:schemeClr val="accent1"/>
            </a:solidFill>
            <a:prstDash val="solid"/>
            <a:round/>
            <a:headEnd len="sm" w="sm" type="none"/>
            <a:tailEnd len="sm" w="sm" type="none"/>
          </a:ln>
        </p:spPr>
        <p:txBody>
          <a:bodyPr anchorCtr="0" anchor="ctr" bIns="91425" lIns="270000" spcFirstLastPara="1" rIns="270000" wrap="square" tIns="91425">
            <a:normAutofit/>
          </a:bodyPr>
          <a:lstStyle>
            <a:lvl1pPr indent="-228600" lvl="0" marL="457200" algn="l">
              <a:lnSpc>
                <a:spcPct val="90000"/>
              </a:lnSpc>
              <a:spcBef>
                <a:spcPts val="400"/>
              </a:spcBef>
              <a:spcAft>
                <a:spcPts val="0"/>
              </a:spcAft>
              <a:buClr>
                <a:schemeClr val="lt1"/>
              </a:buClr>
              <a:buSzPts val="2200"/>
              <a:buNone/>
              <a:defRPr b="1" cap="none">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08" name="Google Shape;108;p29"/>
          <p:cNvSpPr txBox="1"/>
          <p:nvPr>
            <p:ph idx="3" type="body"/>
          </p:nvPr>
        </p:nvSpPr>
        <p:spPr>
          <a:xfrm>
            <a:off x="413999" y="3651406"/>
            <a:ext cx="11365200" cy="630000"/>
          </a:xfrm>
          <a:prstGeom prst="rect">
            <a:avLst/>
          </a:prstGeom>
          <a:noFill/>
          <a:ln cap="flat" cmpd="sng" w="9525">
            <a:solidFill>
              <a:schemeClr val="accent1"/>
            </a:solidFill>
            <a:prstDash val="solid"/>
            <a:round/>
            <a:headEnd len="sm" w="sm" type="none"/>
            <a:tailEnd len="sm" w="sm" type="none"/>
          </a:ln>
        </p:spPr>
        <p:txBody>
          <a:bodyPr anchorCtr="0" anchor="ctr" bIns="91425" lIns="270000" spcFirstLastPara="1" rIns="270000" wrap="square" tIns="91425">
            <a:normAutofit/>
          </a:bodyPr>
          <a:lstStyle>
            <a:lvl1pPr indent="-228600" lvl="0" marL="457200" algn="l">
              <a:lnSpc>
                <a:spcPct val="90000"/>
              </a:lnSpc>
              <a:spcBef>
                <a:spcPts val="400"/>
              </a:spcBef>
              <a:spcAft>
                <a:spcPts val="0"/>
              </a:spcAft>
              <a:buClr>
                <a:schemeClr val="lt1"/>
              </a:buClr>
              <a:buSzPts val="2200"/>
              <a:buNone/>
              <a:defRPr b="1" cap="none">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09" name="Google Shape;109;p29"/>
          <p:cNvSpPr txBox="1"/>
          <p:nvPr>
            <p:ph idx="4" type="body"/>
          </p:nvPr>
        </p:nvSpPr>
        <p:spPr>
          <a:xfrm>
            <a:off x="413999" y="2791345"/>
            <a:ext cx="11365200" cy="630000"/>
          </a:xfrm>
          <a:prstGeom prst="rect">
            <a:avLst/>
          </a:prstGeom>
          <a:noFill/>
          <a:ln cap="flat" cmpd="sng" w="9525">
            <a:solidFill>
              <a:schemeClr val="accent1"/>
            </a:solidFill>
            <a:prstDash val="solid"/>
            <a:round/>
            <a:headEnd len="sm" w="sm" type="none"/>
            <a:tailEnd len="sm" w="sm" type="none"/>
          </a:ln>
        </p:spPr>
        <p:txBody>
          <a:bodyPr anchorCtr="0" anchor="ctr" bIns="91425" lIns="270000" spcFirstLastPara="1" rIns="270000" wrap="square" tIns="91425">
            <a:normAutofit/>
          </a:bodyPr>
          <a:lstStyle>
            <a:lvl1pPr indent="-228600" lvl="0" marL="457200" algn="l">
              <a:lnSpc>
                <a:spcPct val="90000"/>
              </a:lnSpc>
              <a:spcBef>
                <a:spcPts val="400"/>
              </a:spcBef>
              <a:spcAft>
                <a:spcPts val="0"/>
              </a:spcAft>
              <a:buClr>
                <a:schemeClr val="lt1"/>
              </a:buClr>
              <a:buSzPts val="2200"/>
              <a:buNone/>
              <a:defRPr b="1" cap="none">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10" name="Google Shape;110;p29"/>
          <p:cNvSpPr txBox="1"/>
          <p:nvPr>
            <p:ph idx="5" type="body"/>
          </p:nvPr>
        </p:nvSpPr>
        <p:spPr>
          <a:xfrm>
            <a:off x="413999" y="1931284"/>
            <a:ext cx="11365200" cy="630000"/>
          </a:xfrm>
          <a:prstGeom prst="rect">
            <a:avLst/>
          </a:prstGeom>
          <a:noFill/>
          <a:ln cap="flat" cmpd="sng" w="9525">
            <a:solidFill>
              <a:schemeClr val="accent1"/>
            </a:solidFill>
            <a:prstDash val="solid"/>
            <a:round/>
            <a:headEnd len="sm" w="sm" type="none"/>
            <a:tailEnd len="sm" w="sm" type="none"/>
          </a:ln>
        </p:spPr>
        <p:txBody>
          <a:bodyPr anchorCtr="0" anchor="ctr" bIns="91425" lIns="270000" spcFirstLastPara="1" rIns="270000" wrap="square" tIns="91425">
            <a:normAutofit/>
          </a:bodyPr>
          <a:lstStyle>
            <a:lvl1pPr indent="-228600" lvl="0" marL="457200" algn="l">
              <a:lnSpc>
                <a:spcPct val="90000"/>
              </a:lnSpc>
              <a:spcBef>
                <a:spcPts val="400"/>
              </a:spcBef>
              <a:spcAft>
                <a:spcPts val="0"/>
              </a:spcAft>
              <a:buClr>
                <a:schemeClr val="lt1"/>
              </a:buClr>
              <a:buSzPts val="2200"/>
              <a:buNone/>
              <a:defRPr b="1" cap="none">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11" name="Google Shape;111;p29"/>
          <p:cNvSpPr txBox="1"/>
          <p:nvPr>
            <p:ph idx="6" type="body"/>
          </p:nvPr>
        </p:nvSpPr>
        <p:spPr>
          <a:xfrm>
            <a:off x="413999" y="1071223"/>
            <a:ext cx="11365200" cy="630000"/>
          </a:xfrm>
          <a:prstGeom prst="rect">
            <a:avLst/>
          </a:prstGeom>
          <a:noFill/>
          <a:ln cap="flat" cmpd="sng" w="9525">
            <a:solidFill>
              <a:schemeClr val="accent1"/>
            </a:solidFill>
            <a:prstDash val="solid"/>
            <a:round/>
            <a:headEnd len="sm" w="sm" type="none"/>
            <a:tailEnd len="sm" w="sm" type="none"/>
          </a:ln>
        </p:spPr>
        <p:txBody>
          <a:bodyPr anchorCtr="0" anchor="ctr" bIns="91425" lIns="270000" spcFirstLastPara="1" rIns="270000" wrap="square" tIns="91425">
            <a:normAutofit/>
          </a:bodyPr>
          <a:lstStyle>
            <a:lvl1pPr indent="-228600" lvl="0" marL="457200" algn="l">
              <a:lnSpc>
                <a:spcPct val="90000"/>
              </a:lnSpc>
              <a:spcBef>
                <a:spcPts val="400"/>
              </a:spcBef>
              <a:spcAft>
                <a:spcPts val="0"/>
              </a:spcAft>
              <a:buClr>
                <a:schemeClr val="lt1"/>
              </a:buClr>
              <a:buSzPts val="2200"/>
              <a:buNone/>
              <a:defRPr b="1" cap="none">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12" name="Google Shape;112;p29"/>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13" name="Google Shape;113;p29"/>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114" name="Shape 114"/>
        <p:cNvGrpSpPr/>
        <p:nvPr/>
      </p:nvGrpSpPr>
      <p:grpSpPr>
        <a:xfrm>
          <a:off x="0" y="0"/>
          <a:ext cx="0" cy="0"/>
          <a:chOff x="0" y="0"/>
          <a:chExt cx="0" cy="0"/>
        </a:xfrm>
      </p:grpSpPr>
      <p:sp>
        <p:nvSpPr>
          <p:cNvPr id="115" name="Google Shape;115;p30"/>
          <p:cNvSpPr/>
          <p:nvPr>
            <p:ph idx="2" type="pic"/>
          </p:nvPr>
        </p:nvSpPr>
        <p:spPr>
          <a:xfrm>
            <a:off x="0" y="0"/>
            <a:ext cx="12192000" cy="6858000"/>
          </a:xfrm>
          <a:prstGeom prst="rect">
            <a:avLst/>
          </a:prstGeom>
          <a:noFill/>
          <a:ln>
            <a:noFill/>
          </a:ln>
        </p:spPr>
      </p:sp>
      <p:sp>
        <p:nvSpPr>
          <p:cNvPr id="116" name="Google Shape;116;p30"/>
          <p:cNvSpPr txBox="1"/>
          <p:nvPr>
            <p:ph type="title"/>
          </p:nvPr>
        </p:nvSpPr>
        <p:spPr>
          <a:xfrm>
            <a:off x="292839" y="2743510"/>
            <a:ext cx="5923811" cy="148528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0"/>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18" name="Google Shape;118;p30"/>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Edge to Edge Picture">
  <p:cSld name="Section Header with Edge to Edge Picture">
    <p:bg>
      <p:bgPr>
        <a:solidFill>
          <a:schemeClr val="dk1"/>
        </a:solidFill>
      </p:bgPr>
    </p:bg>
    <p:spTree>
      <p:nvGrpSpPr>
        <p:cNvPr id="119" name="Shape 119"/>
        <p:cNvGrpSpPr/>
        <p:nvPr/>
      </p:nvGrpSpPr>
      <p:grpSpPr>
        <a:xfrm>
          <a:off x="0" y="0"/>
          <a:ext cx="0" cy="0"/>
          <a:chOff x="0" y="0"/>
          <a:chExt cx="0" cy="0"/>
        </a:xfrm>
      </p:grpSpPr>
      <p:sp>
        <p:nvSpPr>
          <p:cNvPr id="120" name="Google Shape;120;p31"/>
          <p:cNvSpPr/>
          <p:nvPr>
            <p:ph idx="2" type="pic"/>
          </p:nvPr>
        </p:nvSpPr>
        <p:spPr>
          <a:xfrm>
            <a:off x="0" y="0"/>
            <a:ext cx="12192000" cy="6858000"/>
          </a:xfrm>
          <a:prstGeom prst="rect">
            <a:avLst/>
          </a:prstGeom>
          <a:solidFill>
            <a:schemeClr val="dk1"/>
          </a:solidFill>
          <a:ln>
            <a:noFill/>
          </a:ln>
        </p:spPr>
      </p:sp>
      <p:sp>
        <p:nvSpPr>
          <p:cNvPr id="121" name="Google Shape;121;p31"/>
          <p:cNvSpPr txBox="1"/>
          <p:nvPr>
            <p:ph type="title"/>
          </p:nvPr>
        </p:nvSpPr>
        <p:spPr>
          <a:xfrm>
            <a:off x="1414463" y="685801"/>
            <a:ext cx="9363075" cy="548005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chemeClr val="lt1"/>
              </a:buClr>
              <a:buSzPts val="4000"/>
              <a:buFont typeface="Arial"/>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Picture">
  <p:cSld name="Section Header with Picture">
    <p:spTree>
      <p:nvGrpSpPr>
        <p:cNvPr id="122" name="Shape 122"/>
        <p:cNvGrpSpPr/>
        <p:nvPr/>
      </p:nvGrpSpPr>
      <p:grpSpPr>
        <a:xfrm>
          <a:off x="0" y="0"/>
          <a:ext cx="0" cy="0"/>
          <a:chOff x="0" y="0"/>
          <a:chExt cx="0" cy="0"/>
        </a:xfrm>
      </p:grpSpPr>
      <p:sp>
        <p:nvSpPr>
          <p:cNvPr id="123" name="Google Shape;123;p32"/>
          <p:cNvSpPr/>
          <p:nvPr>
            <p:ph idx="2" type="pic"/>
          </p:nvPr>
        </p:nvSpPr>
        <p:spPr>
          <a:xfrm>
            <a:off x="0" y="1504950"/>
            <a:ext cx="12192000" cy="3295651"/>
          </a:xfrm>
          <a:prstGeom prst="rect">
            <a:avLst/>
          </a:prstGeom>
          <a:solidFill>
            <a:schemeClr val="dk1"/>
          </a:solidFill>
          <a:ln>
            <a:noFill/>
          </a:ln>
        </p:spPr>
      </p:sp>
      <p:sp>
        <p:nvSpPr>
          <p:cNvPr id="124" name="Google Shape;124;p32"/>
          <p:cNvSpPr txBox="1"/>
          <p:nvPr>
            <p:ph idx="1" type="body"/>
          </p:nvPr>
        </p:nvSpPr>
        <p:spPr>
          <a:xfrm>
            <a:off x="292100" y="3258636"/>
            <a:ext cx="8228011" cy="5334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600"/>
              <a:buFont typeface="Arial"/>
              <a:buNone/>
              <a:defRPr sz="2600">
                <a:solidFill>
                  <a:schemeClr val="lt1"/>
                </a:solidFill>
                <a:latin typeface="Arial"/>
                <a:ea typeface="Arial"/>
                <a:cs typeface="Arial"/>
                <a:sym typeface="Arial"/>
              </a:defRPr>
            </a:lvl1pPr>
            <a:lvl2pPr indent="-228600" lvl="1" marL="914400" algn="l">
              <a:lnSpc>
                <a:spcPct val="90000"/>
              </a:lnSpc>
              <a:spcBef>
                <a:spcPts val="0"/>
              </a:spcBef>
              <a:spcAft>
                <a:spcPts val="0"/>
              </a:spcAft>
              <a:buClr>
                <a:schemeClr val="lt1"/>
              </a:buClr>
              <a:buSzPts val="1800"/>
              <a:buFont typeface="Arial"/>
              <a:buNone/>
              <a:defRPr sz="2000"/>
            </a:lvl2pPr>
            <a:lvl3pPr indent="-228600" lvl="2" marL="1371600" algn="l">
              <a:lnSpc>
                <a:spcPct val="90000"/>
              </a:lnSpc>
              <a:spcBef>
                <a:spcPts val="0"/>
              </a:spcBef>
              <a:spcAft>
                <a:spcPts val="0"/>
              </a:spcAft>
              <a:buClr>
                <a:schemeClr val="lt1"/>
              </a:buClr>
              <a:buSzPts val="2000"/>
              <a:buFont typeface="Arial"/>
              <a:buNone/>
              <a:defRPr sz="2000"/>
            </a:lvl3pPr>
            <a:lvl4pPr indent="-228600" lvl="3" marL="1828800" algn="l">
              <a:lnSpc>
                <a:spcPct val="90000"/>
              </a:lnSpc>
              <a:spcBef>
                <a:spcPts val="0"/>
              </a:spcBef>
              <a:spcAft>
                <a:spcPts val="0"/>
              </a:spcAft>
              <a:buClr>
                <a:schemeClr val="lt1"/>
              </a:buClr>
              <a:buSzPts val="2000"/>
              <a:buFont typeface="Arial"/>
              <a:buNone/>
              <a:defRPr sz="2000"/>
            </a:lvl4pPr>
            <a:lvl5pPr indent="-228600" lvl="4" marL="2286000" algn="l">
              <a:lnSpc>
                <a:spcPct val="90000"/>
              </a:lnSpc>
              <a:spcBef>
                <a:spcPts val="0"/>
              </a:spcBef>
              <a:spcAft>
                <a:spcPts val="0"/>
              </a:spcAft>
              <a:buClr>
                <a:schemeClr val="lt1"/>
              </a:buClr>
              <a:buSzPts val="2000"/>
              <a:buFont typeface="Arial"/>
              <a:buNone/>
              <a:defRPr sz="2000"/>
            </a:lvl5pPr>
            <a:lvl6pPr indent="-228600" lvl="5" marL="2743200" algn="l">
              <a:lnSpc>
                <a:spcPct val="90000"/>
              </a:lnSpc>
              <a:spcBef>
                <a:spcPts val="0"/>
              </a:spcBef>
              <a:spcAft>
                <a:spcPts val="0"/>
              </a:spcAft>
              <a:buClr>
                <a:schemeClr val="lt1"/>
              </a:buClr>
              <a:buSzPts val="2000"/>
              <a:buFont typeface="Arial"/>
              <a:buNone/>
              <a:defRPr sz="2000"/>
            </a:lvl6pPr>
            <a:lvl7pPr indent="-228600" lvl="6" marL="3200400" algn="l">
              <a:lnSpc>
                <a:spcPct val="90000"/>
              </a:lnSpc>
              <a:spcBef>
                <a:spcPts val="0"/>
              </a:spcBef>
              <a:spcAft>
                <a:spcPts val="0"/>
              </a:spcAft>
              <a:buClr>
                <a:schemeClr val="lt1"/>
              </a:buClr>
              <a:buSzPts val="2000"/>
              <a:buFont typeface="Arial"/>
              <a:buNone/>
              <a:defRPr sz="2000"/>
            </a:lvl7pPr>
            <a:lvl8pPr indent="-228600" lvl="7" marL="3657600" algn="l">
              <a:lnSpc>
                <a:spcPct val="90000"/>
              </a:lnSpc>
              <a:spcBef>
                <a:spcPts val="0"/>
              </a:spcBef>
              <a:spcAft>
                <a:spcPts val="0"/>
              </a:spcAft>
              <a:buClr>
                <a:schemeClr val="lt1"/>
              </a:buClr>
              <a:buSzPts val="2000"/>
              <a:buFont typeface="Arial"/>
              <a:buNone/>
              <a:defRPr sz="2000"/>
            </a:lvl8pPr>
            <a:lvl9pPr indent="-228600" lvl="8" marL="4114800" algn="l">
              <a:lnSpc>
                <a:spcPct val="90000"/>
              </a:lnSpc>
              <a:spcBef>
                <a:spcPts val="0"/>
              </a:spcBef>
              <a:spcAft>
                <a:spcPts val="0"/>
              </a:spcAft>
              <a:buClr>
                <a:schemeClr val="lt1"/>
              </a:buClr>
              <a:buSzPts val="2000"/>
              <a:buFont typeface="Arial"/>
              <a:buNone/>
              <a:defRPr sz="2000"/>
            </a:lvl9pPr>
          </a:lstStyle>
          <a:p/>
        </p:txBody>
      </p:sp>
      <p:sp>
        <p:nvSpPr>
          <p:cNvPr id="125" name="Google Shape;125;p32"/>
          <p:cNvSpPr txBox="1"/>
          <p:nvPr>
            <p:ph type="title"/>
          </p:nvPr>
        </p:nvSpPr>
        <p:spPr>
          <a:xfrm>
            <a:off x="292101" y="2686713"/>
            <a:ext cx="8522208" cy="499365"/>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2"/>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27" name="Google Shape;127;p32"/>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Frame Divider">
  <p:cSld name="Green Frame Divider">
    <p:spTree>
      <p:nvGrpSpPr>
        <p:cNvPr id="128" name="Shape 128"/>
        <p:cNvGrpSpPr/>
        <p:nvPr/>
      </p:nvGrpSpPr>
      <p:grpSpPr>
        <a:xfrm>
          <a:off x="0" y="0"/>
          <a:ext cx="0" cy="0"/>
          <a:chOff x="0" y="0"/>
          <a:chExt cx="0" cy="0"/>
        </a:xfrm>
      </p:grpSpPr>
      <p:sp>
        <p:nvSpPr>
          <p:cNvPr id="129" name="Google Shape;129;p33"/>
          <p:cNvSpPr txBox="1"/>
          <p:nvPr>
            <p:ph idx="1" type="body"/>
          </p:nvPr>
        </p:nvSpPr>
        <p:spPr>
          <a:xfrm>
            <a:off x="288994" y="2871000"/>
            <a:ext cx="8522208" cy="273598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600"/>
              <a:buFont typeface="Arial"/>
              <a:buNone/>
              <a:defRPr sz="2600">
                <a:latin typeface="Arial"/>
                <a:ea typeface="Arial"/>
                <a:cs typeface="Arial"/>
                <a:sym typeface="Arial"/>
              </a:defRPr>
            </a:lvl1pPr>
            <a:lvl2pPr indent="-228600" lvl="1" marL="914400" algn="l">
              <a:lnSpc>
                <a:spcPct val="90000"/>
              </a:lnSpc>
              <a:spcBef>
                <a:spcPts val="0"/>
              </a:spcBef>
              <a:spcAft>
                <a:spcPts val="0"/>
              </a:spcAft>
              <a:buClr>
                <a:schemeClr val="lt1"/>
              </a:buClr>
              <a:buSzPts val="1800"/>
              <a:buFont typeface="Arial"/>
              <a:buNone/>
              <a:defRPr sz="2000"/>
            </a:lvl2pPr>
            <a:lvl3pPr indent="-228600" lvl="2" marL="1371600" algn="l">
              <a:lnSpc>
                <a:spcPct val="90000"/>
              </a:lnSpc>
              <a:spcBef>
                <a:spcPts val="0"/>
              </a:spcBef>
              <a:spcAft>
                <a:spcPts val="0"/>
              </a:spcAft>
              <a:buClr>
                <a:schemeClr val="lt1"/>
              </a:buClr>
              <a:buSzPts val="2000"/>
              <a:buFont typeface="Arial"/>
              <a:buNone/>
              <a:defRPr sz="2000"/>
            </a:lvl3pPr>
            <a:lvl4pPr indent="-228600" lvl="3" marL="1828800" algn="l">
              <a:lnSpc>
                <a:spcPct val="90000"/>
              </a:lnSpc>
              <a:spcBef>
                <a:spcPts val="0"/>
              </a:spcBef>
              <a:spcAft>
                <a:spcPts val="0"/>
              </a:spcAft>
              <a:buClr>
                <a:schemeClr val="lt1"/>
              </a:buClr>
              <a:buSzPts val="2000"/>
              <a:buFont typeface="Arial"/>
              <a:buNone/>
              <a:defRPr sz="2000"/>
            </a:lvl4pPr>
            <a:lvl5pPr indent="-228600" lvl="4" marL="2286000" algn="l">
              <a:lnSpc>
                <a:spcPct val="90000"/>
              </a:lnSpc>
              <a:spcBef>
                <a:spcPts val="0"/>
              </a:spcBef>
              <a:spcAft>
                <a:spcPts val="0"/>
              </a:spcAft>
              <a:buClr>
                <a:schemeClr val="lt1"/>
              </a:buClr>
              <a:buSzPts val="2000"/>
              <a:buFont typeface="Arial"/>
              <a:buNone/>
              <a:defRPr sz="2000"/>
            </a:lvl5pPr>
            <a:lvl6pPr indent="-228600" lvl="5" marL="2743200" algn="l">
              <a:lnSpc>
                <a:spcPct val="90000"/>
              </a:lnSpc>
              <a:spcBef>
                <a:spcPts val="0"/>
              </a:spcBef>
              <a:spcAft>
                <a:spcPts val="0"/>
              </a:spcAft>
              <a:buClr>
                <a:schemeClr val="lt1"/>
              </a:buClr>
              <a:buSzPts val="2000"/>
              <a:buFont typeface="Arial"/>
              <a:buNone/>
              <a:defRPr sz="2000"/>
            </a:lvl6pPr>
            <a:lvl7pPr indent="-228600" lvl="6" marL="3200400" algn="l">
              <a:lnSpc>
                <a:spcPct val="90000"/>
              </a:lnSpc>
              <a:spcBef>
                <a:spcPts val="0"/>
              </a:spcBef>
              <a:spcAft>
                <a:spcPts val="0"/>
              </a:spcAft>
              <a:buClr>
                <a:schemeClr val="lt1"/>
              </a:buClr>
              <a:buSzPts val="2000"/>
              <a:buFont typeface="Arial"/>
              <a:buNone/>
              <a:defRPr sz="2000"/>
            </a:lvl7pPr>
            <a:lvl8pPr indent="-228600" lvl="7" marL="3657600" algn="l">
              <a:lnSpc>
                <a:spcPct val="90000"/>
              </a:lnSpc>
              <a:spcBef>
                <a:spcPts val="0"/>
              </a:spcBef>
              <a:spcAft>
                <a:spcPts val="0"/>
              </a:spcAft>
              <a:buClr>
                <a:schemeClr val="lt1"/>
              </a:buClr>
              <a:buSzPts val="2000"/>
              <a:buFont typeface="Arial"/>
              <a:buNone/>
              <a:defRPr sz="2000"/>
            </a:lvl8pPr>
            <a:lvl9pPr indent="-228600" lvl="8" marL="4114800" algn="l">
              <a:lnSpc>
                <a:spcPct val="90000"/>
              </a:lnSpc>
              <a:spcBef>
                <a:spcPts val="0"/>
              </a:spcBef>
              <a:spcAft>
                <a:spcPts val="0"/>
              </a:spcAft>
              <a:buClr>
                <a:schemeClr val="lt1"/>
              </a:buClr>
              <a:buSzPts val="2000"/>
              <a:buFont typeface="Arial"/>
              <a:buNone/>
              <a:defRPr sz="2000"/>
            </a:lvl9pPr>
          </a:lstStyle>
          <a:p/>
        </p:txBody>
      </p:sp>
      <p:sp>
        <p:nvSpPr>
          <p:cNvPr id="130" name="Google Shape;130;p33"/>
          <p:cNvSpPr/>
          <p:nvPr/>
        </p:nvSpPr>
        <p:spPr>
          <a:xfrm>
            <a:off x="377894" y="2716146"/>
            <a:ext cx="8522208"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31" name="Google Shape;131;p33"/>
          <p:cNvSpPr txBox="1"/>
          <p:nvPr>
            <p:ph type="title"/>
          </p:nvPr>
        </p:nvSpPr>
        <p:spPr>
          <a:xfrm>
            <a:off x="288995" y="685800"/>
            <a:ext cx="8522208" cy="1957353"/>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3"/>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33" name="Google Shape;133;p33"/>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Frame Divider">
  <p:cSld name="Purple Frame Divider">
    <p:spTree>
      <p:nvGrpSpPr>
        <p:cNvPr id="134" name="Shape 134"/>
        <p:cNvGrpSpPr/>
        <p:nvPr/>
      </p:nvGrpSpPr>
      <p:grpSpPr>
        <a:xfrm>
          <a:off x="0" y="0"/>
          <a:ext cx="0" cy="0"/>
          <a:chOff x="0" y="0"/>
          <a:chExt cx="0" cy="0"/>
        </a:xfrm>
      </p:grpSpPr>
      <p:sp>
        <p:nvSpPr>
          <p:cNvPr id="135" name="Google Shape;135;p34"/>
          <p:cNvSpPr txBox="1"/>
          <p:nvPr>
            <p:ph idx="1" type="body"/>
          </p:nvPr>
        </p:nvSpPr>
        <p:spPr>
          <a:xfrm>
            <a:off x="288994" y="2871000"/>
            <a:ext cx="8522208" cy="273598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600"/>
              <a:buFont typeface="Arial"/>
              <a:buNone/>
              <a:defRPr sz="2600">
                <a:latin typeface="Arial"/>
                <a:ea typeface="Arial"/>
                <a:cs typeface="Arial"/>
                <a:sym typeface="Arial"/>
              </a:defRPr>
            </a:lvl1pPr>
            <a:lvl2pPr indent="-228600" lvl="1" marL="914400" algn="l">
              <a:lnSpc>
                <a:spcPct val="90000"/>
              </a:lnSpc>
              <a:spcBef>
                <a:spcPts val="0"/>
              </a:spcBef>
              <a:spcAft>
                <a:spcPts val="0"/>
              </a:spcAft>
              <a:buClr>
                <a:schemeClr val="lt1"/>
              </a:buClr>
              <a:buSzPts val="1800"/>
              <a:buFont typeface="Arial"/>
              <a:buNone/>
              <a:defRPr sz="2000"/>
            </a:lvl2pPr>
            <a:lvl3pPr indent="-228600" lvl="2" marL="1371600" algn="l">
              <a:lnSpc>
                <a:spcPct val="90000"/>
              </a:lnSpc>
              <a:spcBef>
                <a:spcPts val="0"/>
              </a:spcBef>
              <a:spcAft>
                <a:spcPts val="0"/>
              </a:spcAft>
              <a:buClr>
                <a:schemeClr val="lt1"/>
              </a:buClr>
              <a:buSzPts val="2000"/>
              <a:buFont typeface="Arial"/>
              <a:buNone/>
              <a:defRPr sz="2000"/>
            </a:lvl3pPr>
            <a:lvl4pPr indent="-228600" lvl="3" marL="1828800" algn="l">
              <a:lnSpc>
                <a:spcPct val="90000"/>
              </a:lnSpc>
              <a:spcBef>
                <a:spcPts val="0"/>
              </a:spcBef>
              <a:spcAft>
                <a:spcPts val="0"/>
              </a:spcAft>
              <a:buClr>
                <a:schemeClr val="lt1"/>
              </a:buClr>
              <a:buSzPts val="2000"/>
              <a:buFont typeface="Arial"/>
              <a:buNone/>
              <a:defRPr sz="2000"/>
            </a:lvl4pPr>
            <a:lvl5pPr indent="-228600" lvl="4" marL="2286000" algn="l">
              <a:lnSpc>
                <a:spcPct val="90000"/>
              </a:lnSpc>
              <a:spcBef>
                <a:spcPts val="0"/>
              </a:spcBef>
              <a:spcAft>
                <a:spcPts val="0"/>
              </a:spcAft>
              <a:buClr>
                <a:schemeClr val="lt1"/>
              </a:buClr>
              <a:buSzPts val="2000"/>
              <a:buFont typeface="Arial"/>
              <a:buNone/>
              <a:defRPr sz="2000"/>
            </a:lvl5pPr>
            <a:lvl6pPr indent="-228600" lvl="5" marL="2743200" algn="l">
              <a:lnSpc>
                <a:spcPct val="90000"/>
              </a:lnSpc>
              <a:spcBef>
                <a:spcPts val="0"/>
              </a:spcBef>
              <a:spcAft>
                <a:spcPts val="0"/>
              </a:spcAft>
              <a:buClr>
                <a:schemeClr val="lt1"/>
              </a:buClr>
              <a:buSzPts val="2000"/>
              <a:buFont typeface="Arial"/>
              <a:buNone/>
              <a:defRPr sz="2000"/>
            </a:lvl6pPr>
            <a:lvl7pPr indent="-228600" lvl="6" marL="3200400" algn="l">
              <a:lnSpc>
                <a:spcPct val="90000"/>
              </a:lnSpc>
              <a:spcBef>
                <a:spcPts val="0"/>
              </a:spcBef>
              <a:spcAft>
                <a:spcPts val="0"/>
              </a:spcAft>
              <a:buClr>
                <a:schemeClr val="lt1"/>
              </a:buClr>
              <a:buSzPts val="2000"/>
              <a:buFont typeface="Arial"/>
              <a:buNone/>
              <a:defRPr sz="2000"/>
            </a:lvl7pPr>
            <a:lvl8pPr indent="-228600" lvl="7" marL="3657600" algn="l">
              <a:lnSpc>
                <a:spcPct val="90000"/>
              </a:lnSpc>
              <a:spcBef>
                <a:spcPts val="0"/>
              </a:spcBef>
              <a:spcAft>
                <a:spcPts val="0"/>
              </a:spcAft>
              <a:buClr>
                <a:schemeClr val="lt1"/>
              </a:buClr>
              <a:buSzPts val="2000"/>
              <a:buFont typeface="Arial"/>
              <a:buNone/>
              <a:defRPr sz="2000"/>
            </a:lvl8pPr>
            <a:lvl9pPr indent="-228600" lvl="8" marL="4114800" algn="l">
              <a:lnSpc>
                <a:spcPct val="90000"/>
              </a:lnSpc>
              <a:spcBef>
                <a:spcPts val="0"/>
              </a:spcBef>
              <a:spcAft>
                <a:spcPts val="0"/>
              </a:spcAft>
              <a:buClr>
                <a:schemeClr val="lt1"/>
              </a:buClr>
              <a:buSzPts val="2000"/>
              <a:buFont typeface="Arial"/>
              <a:buNone/>
              <a:defRPr sz="2000"/>
            </a:lvl9pPr>
          </a:lstStyle>
          <a:p/>
        </p:txBody>
      </p:sp>
      <p:sp>
        <p:nvSpPr>
          <p:cNvPr id="136" name="Google Shape;136;p34"/>
          <p:cNvSpPr/>
          <p:nvPr/>
        </p:nvSpPr>
        <p:spPr>
          <a:xfrm>
            <a:off x="377894" y="2716146"/>
            <a:ext cx="8522208" cy="5486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37" name="Google Shape;137;p34"/>
          <p:cNvSpPr txBox="1"/>
          <p:nvPr>
            <p:ph type="title"/>
          </p:nvPr>
        </p:nvSpPr>
        <p:spPr>
          <a:xfrm>
            <a:off x="288995" y="685800"/>
            <a:ext cx="8522208" cy="1957353"/>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4"/>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39" name="Google Shape;139;p34"/>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um Blue Frame Divider">
  <p:cSld name="Medium Blue Frame Divider">
    <p:spTree>
      <p:nvGrpSpPr>
        <p:cNvPr id="140" name="Shape 140"/>
        <p:cNvGrpSpPr/>
        <p:nvPr/>
      </p:nvGrpSpPr>
      <p:grpSpPr>
        <a:xfrm>
          <a:off x="0" y="0"/>
          <a:ext cx="0" cy="0"/>
          <a:chOff x="0" y="0"/>
          <a:chExt cx="0" cy="0"/>
        </a:xfrm>
      </p:grpSpPr>
      <p:sp>
        <p:nvSpPr>
          <p:cNvPr id="141" name="Google Shape;141;p35"/>
          <p:cNvSpPr txBox="1"/>
          <p:nvPr>
            <p:ph idx="1" type="body"/>
          </p:nvPr>
        </p:nvSpPr>
        <p:spPr>
          <a:xfrm>
            <a:off x="288994" y="2871000"/>
            <a:ext cx="8522208" cy="273598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600"/>
              <a:buFont typeface="Arial"/>
              <a:buNone/>
              <a:defRPr sz="2600">
                <a:latin typeface="Arial"/>
                <a:ea typeface="Arial"/>
                <a:cs typeface="Arial"/>
                <a:sym typeface="Arial"/>
              </a:defRPr>
            </a:lvl1pPr>
            <a:lvl2pPr indent="-228600" lvl="1" marL="914400" algn="l">
              <a:lnSpc>
                <a:spcPct val="90000"/>
              </a:lnSpc>
              <a:spcBef>
                <a:spcPts val="0"/>
              </a:spcBef>
              <a:spcAft>
                <a:spcPts val="0"/>
              </a:spcAft>
              <a:buClr>
                <a:schemeClr val="lt1"/>
              </a:buClr>
              <a:buSzPts val="1800"/>
              <a:buFont typeface="Arial"/>
              <a:buNone/>
              <a:defRPr sz="2000"/>
            </a:lvl2pPr>
            <a:lvl3pPr indent="-228600" lvl="2" marL="1371600" algn="l">
              <a:lnSpc>
                <a:spcPct val="90000"/>
              </a:lnSpc>
              <a:spcBef>
                <a:spcPts val="0"/>
              </a:spcBef>
              <a:spcAft>
                <a:spcPts val="0"/>
              </a:spcAft>
              <a:buClr>
                <a:schemeClr val="lt1"/>
              </a:buClr>
              <a:buSzPts val="2000"/>
              <a:buFont typeface="Arial"/>
              <a:buNone/>
              <a:defRPr sz="2000"/>
            </a:lvl3pPr>
            <a:lvl4pPr indent="-228600" lvl="3" marL="1828800" algn="l">
              <a:lnSpc>
                <a:spcPct val="90000"/>
              </a:lnSpc>
              <a:spcBef>
                <a:spcPts val="0"/>
              </a:spcBef>
              <a:spcAft>
                <a:spcPts val="0"/>
              </a:spcAft>
              <a:buClr>
                <a:schemeClr val="lt1"/>
              </a:buClr>
              <a:buSzPts val="2000"/>
              <a:buFont typeface="Arial"/>
              <a:buNone/>
              <a:defRPr sz="2000"/>
            </a:lvl4pPr>
            <a:lvl5pPr indent="-228600" lvl="4" marL="2286000" algn="l">
              <a:lnSpc>
                <a:spcPct val="90000"/>
              </a:lnSpc>
              <a:spcBef>
                <a:spcPts val="0"/>
              </a:spcBef>
              <a:spcAft>
                <a:spcPts val="0"/>
              </a:spcAft>
              <a:buClr>
                <a:schemeClr val="lt1"/>
              </a:buClr>
              <a:buSzPts val="2000"/>
              <a:buFont typeface="Arial"/>
              <a:buNone/>
              <a:defRPr sz="2000"/>
            </a:lvl5pPr>
            <a:lvl6pPr indent="-228600" lvl="5" marL="2743200" algn="l">
              <a:lnSpc>
                <a:spcPct val="90000"/>
              </a:lnSpc>
              <a:spcBef>
                <a:spcPts val="0"/>
              </a:spcBef>
              <a:spcAft>
                <a:spcPts val="0"/>
              </a:spcAft>
              <a:buClr>
                <a:schemeClr val="lt1"/>
              </a:buClr>
              <a:buSzPts val="2000"/>
              <a:buFont typeface="Arial"/>
              <a:buNone/>
              <a:defRPr sz="2000"/>
            </a:lvl6pPr>
            <a:lvl7pPr indent="-228600" lvl="6" marL="3200400" algn="l">
              <a:lnSpc>
                <a:spcPct val="90000"/>
              </a:lnSpc>
              <a:spcBef>
                <a:spcPts val="0"/>
              </a:spcBef>
              <a:spcAft>
                <a:spcPts val="0"/>
              </a:spcAft>
              <a:buClr>
                <a:schemeClr val="lt1"/>
              </a:buClr>
              <a:buSzPts val="2000"/>
              <a:buFont typeface="Arial"/>
              <a:buNone/>
              <a:defRPr sz="2000"/>
            </a:lvl7pPr>
            <a:lvl8pPr indent="-228600" lvl="7" marL="3657600" algn="l">
              <a:lnSpc>
                <a:spcPct val="90000"/>
              </a:lnSpc>
              <a:spcBef>
                <a:spcPts val="0"/>
              </a:spcBef>
              <a:spcAft>
                <a:spcPts val="0"/>
              </a:spcAft>
              <a:buClr>
                <a:schemeClr val="lt1"/>
              </a:buClr>
              <a:buSzPts val="2000"/>
              <a:buFont typeface="Arial"/>
              <a:buNone/>
              <a:defRPr sz="2000"/>
            </a:lvl8pPr>
            <a:lvl9pPr indent="-228600" lvl="8" marL="4114800" algn="l">
              <a:lnSpc>
                <a:spcPct val="90000"/>
              </a:lnSpc>
              <a:spcBef>
                <a:spcPts val="0"/>
              </a:spcBef>
              <a:spcAft>
                <a:spcPts val="0"/>
              </a:spcAft>
              <a:buClr>
                <a:schemeClr val="lt1"/>
              </a:buClr>
              <a:buSzPts val="2000"/>
              <a:buFont typeface="Arial"/>
              <a:buNone/>
              <a:defRPr sz="2000"/>
            </a:lvl9pPr>
          </a:lstStyle>
          <a:p/>
        </p:txBody>
      </p:sp>
      <p:sp>
        <p:nvSpPr>
          <p:cNvPr id="142" name="Google Shape;142;p35"/>
          <p:cNvSpPr/>
          <p:nvPr/>
        </p:nvSpPr>
        <p:spPr>
          <a:xfrm>
            <a:off x="377894" y="2716146"/>
            <a:ext cx="8522208" cy="54864"/>
          </a:xfrm>
          <a:prstGeom prst="rect">
            <a:avLst/>
          </a:prstGeom>
          <a:solidFill>
            <a:srgbClr val="32DA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43" name="Google Shape;143;p35"/>
          <p:cNvSpPr txBox="1"/>
          <p:nvPr>
            <p:ph type="title"/>
          </p:nvPr>
        </p:nvSpPr>
        <p:spPr>
          <a:xfrm>
            <a:off x="288995" y="685800"/>
            <a:ext cx="8522208" cy="1957353"/>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5"/>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45" name="Google Shape;145;p35"/>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Frame Divider">
  <p:cSld name="Orange Frame Divider">
    <p:spTree>
      <p:nvGrpSpPr>
        <p:cNvPr id="146" name="Shape 146"/>
        <p:cNvGrpSpPr/>
        <p:nvPr/>
      </p:nvGrpSpPr>
      <p:grpSpPr>
        <a:xfrm>
          <a:off x="0" y="0"/>
          <a:ext cx="0" cy="0"/>
          <a:chOff x="0" y="0"/>
          <a:chExt cx="0" cy="0"/>
        </a:xfrm>
      </p:grpSpPr>
      <p:sp>
        <p:nvSpPr>
          <p:cNvPr id="147" name="Google Shape;147;p36"/>
          <p:cNvSpPr txBox="1"/>
          <p:nvPr>
            <p:ph idx="1" type="body"/>
          </p:nvPr>
        </p:nvSpPr>
        <p:spPr>
          <a:xfrm>
            <a:off x="288994" y="2871000"/>
            <a:ext cx="8522208" cy="273598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600"/>
              <a:buFont typeface="Arial"/>
              <a:buNone/>
              <a:defRPr sz="2600">
                <a:latin typeface="Arial"/>
                <a:ea typeface="Arial"/>
                <a:cs typeface="Arial"/>
                <a:sym typeface="Arial"/>
              </a:defRPr>
            </a:lvl1pPr>
            <a:lvl2pPr indent="-228600" lvl="1" marL="914400" algn="l">
              <a:lnSpc>
                <a:spcPct val="90000"/>
              </a:lnSpc>
              <a:spcBef>
                <a:spcPts val="0"/>
              </a:spcBef>
              <a:spcAft>
                <a:spcPts val="0"/>
              </a:spcAft>
              <a:buClr>
                <a:schemeClr val="lt1"/>
              </a:buClr>
              <a:buSzPts val="1800"/>
              <a:buFont typeface="Arial"/>
              <a:buNone/>
              <a:defRPr sz="2000"/>
            </a:lvl2pPr>
            <a:lvl3pPr indent="-228600" lvl="2" marL="1371600" algn="l">
              <a:lnSpc>
                <a:spcPct val="90000"/>
              </a:lnSpc>
              <a:spcBef>
                <a:spcPts val="0"/>
              </a:spcBef>
              <a:spcAft>
                <a:spcPts val="0"/>
              </a:spcAft>
              <a:buClr>
                <a:schemeClr val="lt1"/>
              </a:buClr>
              <a:buSzPts val="2000"/>
              <a:buFont typeface="Arial"/>
              <a:buNone/>
              <a:defRPr sz="2000"/>
            </a:lvl3pPr>
            <a:lvl4pPr indent="-228600" lvl="3" marL="1828800" algn="l">
              <a:lnSpc>
                <a:spcPct val="90000"/>
              </a:lnSpc>
              <a:spcBef>
                <a:spcPts val="0"/>
              </a:spcBef>
              <a:spcAft>
                <a:spcPts val="0"/>
              </a:spcAft>
              <a:buClr>
                <a:schemeClr val="lt1"/>
              </a:buClr>
              <a:buSzPts val="2000"/>
              <a:buFont typeface="Arial"/>
              <a:buNone/>
              <a:defRPr sz="2000"/>
            </a:lvl4pPr>
            <a:lvl5pPr indent="-228600" lvl="4" marL="2286000" algn="l">
              <a:lnSpc>
                <a:spcPct val="90000"/>
              </a:lnSpc>
              <a:spcBef>
                <a:spcPts val="0"/>
              </a:spcBef>
              <a:spcAft>
                <a:spcPts val="0"/>
              </a:spcAft>
              <a:buClr>
                <a:schemeClr val="lt1"/>
              </a:buClr>
              <a:buSzPts val="2000"/>
              <a:buFont typeface="Arial"/>
              <a:buNone/>
              <a:defRPr sz="2000"/>
            </a:lvl5pPr>
            <a:lvl6pPr indent="-228600" lvl="5" marL="2743200" algn="l">
              <a:lnSpc>
                <a:spcPct val="90000"/>
              </a:lnSpc>
              <a:spcBef>
                <a:spcPts val="0"/>
              </a:spcBef>
              <a:spcAft>
                <a:spcPts val="0"/>
              </a:spcAft>
              <a:buClr>
                <a:schemeClr val="lt1"/>
              </a:buClr>
              <a:buSzPts val="2000"/>
              <a:buFont typeface="Arial"/>
              <a:buNone/>
              <a:defRPr sz="2000"/>
            </a:lvl6pPr>
            <a:lvl7pPr indent="-228600" lvl="6" marL="3200400" algn="l">
              <a:lnSpc>
                <a:spcPct val="90000"/>
              </a:lnSpc>
              <a:spcBef>
                <a:spcPts val="0"/>
              </a:spcBef>
              <a:spcAft>
                <a:spcPts val="0"/>
              </a:spcAft>
              <a:buClr>
                <a:schemeClr val="lt1"/>
              </a:buClr>
              <a:buSzPts val="2000"/>
              <a:buFont typeface="Arial"/>
              <a:buNone/>
              <a:defRPr sz="2000"/>
            </a:lvl7pPr>
            <a:lvl8pPr indent="-228600" lvl="7" marL="3657600" algn="l">
              <a:lnSpc>
                <a:spcPct val="90000"/>
              </a:lnSpc>
              <a:spcBef>
                <a:spcPts val="0"/>
              </a:spcBef>
              <a:spcAft>
                <a:spcPts val="0"/>
              </a:spcAft>
              <a:buClr>
                <a:schemeClr val="lt1"/>
              </a:buClr>
              <a:buSzPts val="2000"/>
              <a:buFont typeface="Arial"/>
              <a:buNone/>
              <a:defRPr sz="2000"/>
            </a:lvl8pPr>
            <a:lvl9pPr indent="-228600" lvl="8" marL="4114800" algn="l">
              <a:lnSpc>
                <a:spcPct val="90000"/>
              </a:lnSpc>
              <a:spcBef>
                <a:spcPts val="0"/>
              </a:spcBef>
              <a:spcAft>
                <a:spcPts val="0"/>
              </a:spcAft>
              <a:buClr>
                <a:schemeClr val="lt1"/>
              </a:buClr>
              <a:buSzPts val="2000"/>
              <a:buFont typeface="Arial"/>
              <a:buNone/>
              <a:defRPr sz="2000"/>
            </a:lvl9pPr>
          </a:lstStyle>
          <a:p/>
        </p:txBody>
      </p:sp>
      <p:sp>
        <p:nvSpPr>
          <p:cNvPr id="148" name="Google Shape;148;p36"/>
          <p:cNvSpPr/>
          <p:nvPr/>
        </p:nvSpPr>
        <p:spPr>
          <a:xfrm>
            <a:off x="377894" y="2716146"/>
            <a:ext cx="8522208" cy="54864"/>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49" name="Google Shape;149;p36"/>
          <p:cNvSpPr txBox="1"/>
          <p:nvPr>
            <p:ph type="title"/>
          </p:nvPr>
        </p:nvSpPr>
        <p:spPr>
          <a:xfrm>
            <a:off x="288995" y="685800"/>
            <a:ext cx="8522208" cy="1957353"/>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36"/>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51" name="Google Shape;151;p36"/>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52" name="Shape 152"/>
        <p:cNvGrpSpPr/>
        <p:nvPr/>
      </p:nvGrpSpPr>
      <p:grpSpPr>
        <a:xfrm>
          <a:off x="0" y="0"/>
          <a:ext cx="0" cy="0"/>
          <a:chOff x="0" y="0"/>
          <a:chExt cx="0" cy="0"/>
        </a:xfrm>
      </p:grpSpPr>
      <p:sp>
        <p:nvSpPr>
          <p:cNvPr id="153" name="Google Shape;153;p37"/>
          <p:cNvSpPr txBox="1"/>
          <p:nvPr>
            <p:ph idx="1" type="body"/>
          </p:nvPr>
        </p:nvSpPr>
        <p:spPr>
          <a:xfrm>
            <a:off x="512997" y="3989508"/>
            <a:ext cx="8228011" cy="5334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600"/>
              <a:buFont typeface="Arial"/>
              <a:buNone/>
              <a:defRPr sz="2600">
                <a:latin typeface="Arial"/>
                <a:ea typeface="Arial"/>
                <a:cs typeface="Arial"/>
                <a:sym typeface="Arial"/>
              </a:defRPr>
            </a:lvl1pPr>
            <a:lvl2pPr indent="-228600" lvl="1" marL="914400" algn="l">
              <a:lnSpc>
                <a:spcPct val="90000"/>
              </a:lnSpc>
              <a:spcBef>
                <a:spcPts val="0"/>
              </a:spcBef>
              <a:spcAft>
                <a:spcPts val="0"/>
              </a:spcAft>
              <a:buClr>
                <a:schemeClr val="lt1"/>
              </a:buClr>
              <a:buSzPts val="1800"/>
              <a:buFont typeface="Arial"/>
              <a:buNone/>
              <a:defRPr sz="2000"/>
            </a:lvl2pPr>
            <a:lvl3pPr indent="-228600" lvl="2" marL="1371600" algn="l">
              <a:lnSpc>
                <a:spcPct val="90000"/>
              </a:lnSpc>
              <a:spcBef>
                <a:spcPts val="0"/>
              </a:spcBef>
              <a:spcAft>
                <a:spcPts val="0"/>
              </a:spcAft>
              <a:buClr>
                <a:schemeClr val="lt1"/>
              </a:buClr>
              <a:buSzPts val="2000"/>
              <a:buFont typeface="Arial"/>
              <a:buNone/>
              <a:defRPr sz="2000"/>
            </a:lvl3pPr>
            <a:lvl4pPr indent="-228600" lvl="3" marL="1828800" algn="l">
              <a:lnSpc>
                <a:spcPct val="90000"/>
              </a:lnSpc>
              <a:spcBef>
                <a:spcPts val="0"/>
              </a:spcBef>
              <a:spcAft>
                <a:spcPts val="0"/>
              </a:spcAft>
              <a:buClr>
                <a:schemeClr val="lt1"/>
              </a:buClr>
              <a:buSzPts val="2000"/>
              <a:buFont typeface="Arial"/>
              <a:buNone/>
              <a:defRPr sz="2000"/>
            </a:lvl4pPr>
            <a:lvl5pPr indent="-228600" lvl="4" marL="2286000" algn="l">
              <a:lnSpc>
                <a:spcPct val="90000"/>
              </a:lnSpc>
              <a:spcBef>
                <a:spcPts val="0"/>
              </a:spcBef>
              <a:spcAft>
                <a:spcPts val="0"/>
              </a:spcAft>
              <a:buClr>
                <a:schemeClr val="lt1"/>
              </a:buClr>
              <a:buSzPts val="2000"/>
              <a:buFont typeface="Arial"/>
              <a:buNone/>
              <a:defRPr sz="2000"/>
            </a:lvl5pPr>
            <a:lvl6pPr indent="-228600" lvl="5" marL="2743200" algn="l">
              <a:lnSpc>
                <a:spcPct val="90000"/>
              </a:lnSpc>
              <a:spcBef>
                <a:spcPts val="0"/>
              </a:spcBef>
              <a:spcAft>
                <a:spcPts val="0"/>
              </a:spcAft>
              <a:buClr>
                <a:schemeClr val="lt1"/>
              </a:buClr>
              <a:buSzPts val="2000"/>
              <a:buFont typeface="Arial"/>
              <a:buNone/>
              <a:defRPr sz="2000"/>
            </a:lvl6pPr>
            <a:lvl7pPr indent="-228600" lvl="6" marL="3200400" algn="l">
              <a:lnSpc>
                <a:spcPct val="90000"/>
              </a:lnSpc>
              <a:spcBef>
                <a:spcPts val="0"/>
              </a:spcBef>
              <a:spcAft>
                <a:spcPts val="0"/>
              </a:spcAft>
              <a:buClr>
                <a:schemeClr val="lt1"/>
              </a:buClr>
              <a:buSzPts val="2000"/>
              <a:buFont typeface="Arial"/>
              <a:buNone/>
              <a:defRPr sz="2000"/>
            </a:lvl7pPr>
            <a:lvl8pPr indent="-228600" lvl="7" marL="3657600" algn="l">
              <a:lnSpc>
                <a:spcPct val="90000"/>
              </a:lnSpc>
              <a:spcBef>
                <a:spcPts val="0"/>
              </a:spcBef>
              <a:spcAft>
                <a:spcPts val="0"/>
              </a:spcAft>
              <a:buClr>
                <a:schemeClr val="lt1"/>
              </a:buClr>
              <a:buSzPts val="2000"/>
              <a:buFont typeface="Arial"/>
              <a:buNone/>
              <a:defRPr sz="2000"/>
            </a:lvl8pPr>
            <a:lvl9pPr indent="-228600" lvl="8" marL="4114800" algn="l">
              <a:lnSpc>
                <a:spcPct val="90000"/>
              </a:lnSpc>
              <a:spcBef>
                <a:spcPts val="0"/>
              </a:spcBef>
              <a:spcAft>
                <a:spcPts val="0"/>
              </a:spcAft>
              <a:buClr>
                <a:schemeClr val="lt1"/>
              </a:buClr>
              <a:buSzPts val="2000"/>
              <a:buFont typeface="Arial"/>
              <a:buNone/>
              <a:defRPr sz="2000"/>
            </a:lvl9pPr>
          </a:lstStyle>
          <a:p/>
        </p:txBody>
      </p:sp>
      <p:sp>
        <p:nvSpPr>
          <p:cNvPr id="154" name="Google Shape;154;p37"/>
          <p:cNvSpPr txBox="1"/>
          <p:nvPr>
            <p:ph type="title"/>
          </p:nvPr>
        </p:nvSpPr>
        <p:spPr>
          <a:xfrm>
            <a:off x="284398" y="685800"/>
            <a:ext cx="9106250" cy="3075861"/>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4600"/>
              <a:buFont typeface="Arial"/>
              <a:buNone/>
              <a:defRPr sz="4600" cap="none">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7"/>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56" name="Google Shape;156;p37"/>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157" name="Shape 157"/>
        <p:cNvGrpSpPr/>
        <p:nvPr/>
      </p:nvGrpSpPr>
      <p:grpSpPr>
        <a:xfrm>
          <a:off x="0" y="0"/>
          <a:ext cx="0" cy="0"/>
          <a:chOff x="0" y="0"/>
          <a:chExt cx="0" cy="0"/>
        </a:xfrm>
      </p:grpSpPr>
      <p:sp>
        <p:nvSpPr>
          <p:cNvPr id="158" name="Google Shape;158;p38"/>
          <p:cNvSpPr txBox="1"/>
          <p:nvPr>
            <p:ph idx="1" type="body"/>
          </p:nvPr>
        </p:nvSpPr>
        <p:spPr>
          <a:xfrm>
            <a:off x="381000" y="1344281"/>
            <a:ext cx="11403014" cy="4752000"/>
          </a:xfrm>
          <a:prstGeom prst="rect">
            <a:avLst/>
          </a:prstGeom>
          <a:noFill/>
          <a:ln>
            <a:noFill/>
          </a:ln>
        </p:spPr>
        <p:txBody>
          <a:bodyPr anchorCtr="0" anchor="t" bIns="91425" lIns="0" spcFirstLastPara="1" rIns="0" wrap="square" tIns="91425">
            <a:normAutofit/>
          </a:bodyPr>
          <a:lstStyle>
            <a:lvl1pPr indent="-342900" lvl="0" marL="457200" algn="l">
              <a:lnSpc>
                <a:spcPct val="90000"/>
              </a:lnSpc>
              <a:spcBef>
                <a:spcPts val="400"/>
              </a:spcBef>
              <a:spcAft>
                <a:spcPts val="0"/>
              </a:spcAft>
              <a:buClr>
                <a:schemeClr val="lt1"/>
              </a:buClr>
              <a:buSzPts val="1800"/>
              <a:buChar char="•"/>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59" name="Google Shape;159;p38"/>
          <p:cNvSpPr txBox="1"/>
          <p:nvPr>
            <p:ph idx="2" type="body"/>
          </p:nvPr>
        </p:nvSpPr>
        <p:spPr>
          <a:xfrm>
            <a:off x="281746" y="704332"/>
            <a:ext cx="11502268"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400"/>
              </a:spcBef>
              <a:spcAft>
                <a:spcPts val="0"/>
              </a:spcAft>
              <a:buClr>
                <a:schemeClr val="lt1"/>
              </a:buClr>
              <a:buSzPts val="2400"/>
              <a:buFont typeface="Arial"/>
              <a:buNone/>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60" name="Google Shape;160;p38"/>
          <p:cNvSpPr/>
          <p:nvPr/>
        </p:nvSpPr>
        <p:spPr>
          <a:xfrm>
            <a:off x="385100" y="118949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61" name="Google Shape;161;p38"/>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38"/>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63" name="Google Shape;163;p38"/>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Heading and Content">
  <p:cSld name="Title, Subtitle, Heading and Content">
    <p:spTree>
      <p:nvGrpSpPr>
        <p:cNvPr id="164" name="Shape 164"/>
        <p:cNvGrpSpPr/>
        <p:nvPr/>
      </p:nvGrpSpPr>
      <p:grpSpPr>
        <a:xfrm>
          <a:off x="0" y="0"/>
          <a:ext cx="0" cy="0"/>
          <a:chOff x="0" y="0"/>
          <a:chExt cx="0" cy="0"/>
        </a:xfrm>
      </p:grpSpPr>
      <p:sp>
        <p:nvSpPr>
          <p:cNvPr id="165" name="Google Shape;165;p39"/>
          <p:cNvSpPr txBox="1"/>
          <p:nvPr>
            <p:ph idx="1" type="body"/>
          </p:nvPr>
        </p:nvSpPr>
        <p:spPr>
          <a:xfrm>
            <a:off x="381000" y="1733015"/>
            <a:ext cx="11403014" cy="4366800"/>
          </a:xfrm>
          <a:prstGeom prst="rect">
            <a:avLst/>
          </a:prstGeom>
          <a:noFill/>
          <a:ln>
            <a:noFill/>
          </a:ln>
        </p:spPr>
        <p:txBody>
          <a:bodyPr anchorCtr="0" anchor="t" bIns="91425" lIns="0" spcFirstLastPara="1" rIns="0" wrap="square" tIns="91425">
            <a:normAutofit/>
          </a:bodyPr>
          <a:lstStyle>
            <a:lvl1pPr indent="-342900" lvl="0" marL="457200" algn="l">
              <a:lnSpc>
                <a:spcPct val="90000"/>
              </a:lnSpc>
              <a:spcBef>
                <a:spcPts val="400"/>
              </a:spcBef>
              <a:spcAft>
                <a:spcPts val="0"/>
              </a:spcAft>
              <a:buClr>
                <a:schemeClr val="lt1"/>
              </a:buClr>
              <a:buSzPts val="1800"/>
              <a:buChar char="•"/>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66" name="Google Shape;166;p39"/>
          <p:cNvSpPr txBox="1"/>
          <p:nvPr>
            <p:ph idx="2" type="body"/>
          </p:nvPr>
        </p:nvSpPr>
        <p:spPr>
          <a:xfrm>
            <a:off x="288096" y="1350296"/>
            <a:ext cx="11495918"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167" name="Google Shape;167;p39"/>
          <p:cNvSpPr/>
          <p:nvPr/>
        </p:nvSpPr>
        <p:spPr>
          <a:xfrm>
            <a:off x="385100" y="118949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68" name="Google Shape;168;p39"/>
          <p:cNvSpPr txBox="1"/>
          <p:nvPr>
            <p:ph idx="3" type="body"/>
          </p:nvPr>
        </p:nvSpPr>
        <p:spPr>
          <a:xfrm>
            <a:off x="281746" y="704332"/>
            <a:ext cx="11495918"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0"/>
              </a:spcBef>
              <a:spcAft>
                <a:spcPts val="0"/>
              </a:spcAft>
              <a:buClr>
                <a:schemeClr val="lt1"/>
              </a:buClr>
              <a:buSzPts val="2400"/>
              <a:buFont typeface="Arial"/>
              <a:buNone/>
              <a:defRPr sz="24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169" name="Google Shape;169;p39"/>
          <p:cNvSpPr txBox="1"/>
          <p:nvPr>
            <p:ph type="title"/>
          </p:nvPr>
        </p:nvSpPr>
        <p:spPr>
          <a:xfrm>
            <a:off x="285742" y="391852"/>
            <a:ext cx="11498271"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39"/>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71" name="Google Shape;171;p39"/>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ubtitle">
  <p:cSld name="Two Content, Subtitle">
    <p:spTree>
      <p:nvGrpSpPr>
        <p:cNvPr id="172" name="Shape 172"/>
        <p:cNvGrpSpPr/>
        <p:nvPr/>
      </p:nvGrpSpPr>
      <p:grpSpPr>
        <a:xfrm>
          <a:off x="0" y="0"/>
          <a:ext cx="0" cy="0"/>
          <a:chOff x="0" y="0"/>
          <a:chExt cx="0" cy="0"/>
        </a:xfrm>
      </p:grpSpPr>
      <p:sp>
        <p:nvSpPr>
          <p:cNvPr id="173" name="Google Shape;173;p40"/>
          <p:cNvSpPr txBox="1"/>
          <p:nvPr>
            <p:ph idx="1" type="body"/>
          </p:nvPr>
        </p:nvSpPr>
        <p:spPr>
          <a:xfrm>
            <a:off x="6358729" y="1358232"/>
            <a:ext cx="5416903" cy="4737731"/>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74" name="Google Shape;174;p40"/>
          <p:cNvSpPr txBox="1"/>
          <p:nvPr>
            <p:ph idx="2" type="body"/>
          </p:nvPr>
        </p:nvSpPr>
        <p:spPr>
          <a:xfrm>
            <a:off x="381000" y="1358232"/>
            <a:ext cx="5416903" cy="4737731"/>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75" name="Google Shape;175;p40"/>
          <p:cNvSpPr txBox="1"/>
          <p:nvPr>
            <p:ph idx="3" type="body"/>
          </p:nvPr>
        </p:nvSpPr>
        <p:spPr>
          <a:xfrm>
            <a:off x="281746" y="704332"/>
            <a:ext cx="11493803"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400"/>
              </a:spcBef>
              <a:spcAft>
                <a:spcPts val="0"/>
              </a:spcAft>
              <a:buClr>
                <a:schemeClr val="lt1"/>
              </a:buClr>
              <a:buSzPts val="2400"/>
              <a:buNone/>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76" name="Google Shape;176;p40"/>
          <p:cNvSpPr/>
          <p:nvPr/>
        </p:nvSpPr>
        <p:spPr>
          <a:xfrm>
            <a:off x="385100" y="118949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77" name="Google Shape;177;p40"/>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40"/>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79" name="Google Shape;179;p40"/>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and Headings">
  <p:cSld name="Two Content and Headings">
    <p:spTree>
      <p:nvGrpSpPr>
        <p:cNvPr id="180" name="Shape 180"/>
        <p:cNvGrpSpPr/>
        <p:nvPr/>
      </p:nvGrpSpPr>
      <p:grpSpPr>
        <a:xfrm>
          <a:off x="0" y="0"/>
          <a:ext cx="0" cy="0"/>
          <a:chOff x="0" y="0"/>
          <a:chExt cx="0" cy="0"/>
        </a:xfrm>
      </p:grpSpPr>
      <p:sp>
        <p:nvSpPr>
          <p:cNvPr id="181" name="Google Shape;181;p41"/>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82" name="Google Shape;182;p41"/>
          <p:cNvSpPr txBox="1"/>
          <p:nvPr>
            <p:ph idx="1" type="body"/>
          </p:nvPr>
        </p:nvSpPr>
        <p:spPr>
          <a:xfrm>
            <a:off x="6358729" y="1376363"/>
            <a:ext cx="5416903" cy="4719600"/>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83" name="Google Shape;183;p41"/>
          <p:cNvSpPr txBox="1"/>
          <p:nvPr>
            <p:ph idx="2" type="body"/>
          </p:nvPr>
        </p:nvSpPr>
        <p:spPr>
          <a:xfrm>
            <a:off x="6261641" y="995363"/>
            <a:ext cx="5513908"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184" name="Google Shape;184;p41"/>
          <p:cNvSpPr txBox="1"/>
          <p:nvPr>
            <p:ph idx="3" type="body"/>
          </p:nvPr>
        </p:nvSpPr>
        <p:spPr>
          <a:xfrm>
            <a:off x="385100" y="1376363"/>
            <a:ext cx="5416903" cy="4719600"/>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85" name="Google Shape;185;p41"/>
          <p:cNvSpPr txBox="1"/>
          <p:nvPr>
            <p:ph idx="4" type="body"/>
          </p:nvPr>
        </p:nvSpPr>
        <p:spPr>
          <a:xfrm>
            <a:off x="288095" y="995363"/>
            <a:ext cx="5513908"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186" name="Google Shape;186;p41"/>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41"/>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88" name="Google Shape;188;p41"/>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ubtitle and Headings">
  <p:cSld name="Two Content, Subtitle and Headings">
    <p:spTree>
      <p:nvGrpSpPr>
        <p:cNvPr id="189" name="Shape 189"/>
        <p:cNvGrpSpPr/>
        <p:nvPr/>
      </p:nvGrpSpPr>
      <p:grpSpPr>
        <a:xfrm>
          <a:off x="0" y="0"/>
          <a:ext cx="0" cy="0"/>
          <a:chOff x="0" y="0"/>
          <a:chExt cx="0" cy="0"/>
        </a:xfrm>
      </p:grpSpPr>
      <p:sp>
        <p:nvSpPr>
          <p:cNvPr id="190" name="Google Shape;190;p42"/>
          <p:cNvSpPr txBox="1"/>
          <p:nvPr>
            <p:ph idx="1" type="body"/>
          </p:nvPr>
        </p:nvSpPr>
        <p:spPr>
          <a:xfrm>
            <a:off x="6358729" y="1739233"/>
            <a:ext cx="5416903" cy="4356730"/>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91" name="Google Shape;191;p42"/>
          <p:cNvSpPr txBox="1"/>
          <p:nvPr>
            <p:ph idx="2" type="body"/>
          </p:nvPr>
        </p:nvSpPr>
        <p:spPr>
          <a:xfrm>
            <a:off x="6261641" y="1358232"/>
            <a:ext cx="5513908"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192" name="Google Shape;192;p42"/>
          <p:cNvSpPr txBox="1"/>
          <p:nvPr>
            <p:ph idx="3" type="body"/>
          </p:nvPr>
        </p:nvSpPr>
        <p:spPr>
          <a:xfrm>
            <a:off x="385100" y="1739233"/>
            <a:ext cx="5416903" cy="4356730"/>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93" name="Google Shape;193;p42"/>
          <p:cNvSpPr txBox="1"/>
          <p:nvPr>
            <p:ph idx="4" type="body"/>
          </p:nvPr>
        </p:nvSpPr>
        <p:spPr>
          <a:xfrm>
            <a:off x="288095" y="1358232"/>
            <a:ext cx="5513908"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194" name="Google Shape;194;p42"/>
          <p:cNvSpPr/>
          <p:nvPr/>
        </p:nvSpPr>
        <p:spPr>
          <a:xfrm>
            <a:off x="385100" y="118949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195" name="Google Shape;195;p42"/>
          <p:cNvSpPr txBox="1"/>
          <p:nvPr>
            <p:ph idx="5" type="body"/>
          </p:nvPr>
        </p:nvSpPr>
        <p:spPr>
          <a:xfrm>
            <a:off x="281746" y="704332"/>
            <a:ext cx="11493803"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400"/>
              </a:spcBef>
              <a:spcAft>
                <a:spcPts val="0"/>
              </a:spcAft>
              <a:buClr>
                <a:schemeClr val="lt1"/>
              </a:buClr>
              <a:buSzPts val="2400"/>
              <a:buNone/>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196" name="Google Shape;196;p42"/>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42"/>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98" name="Google Shape;198;p42"/>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199" name="Shape 199"/>
        <p:cNvGrpSpPr/>
        <p:nvPr/>
      </p:nvGrpSpPr>
      <p:grpSpPr>
        <a:xfrm>
          <a:off x="0" y="0"/>
          <a:ext cx="0" cy="0"/>
          <a:chOff x="0" y="0"/>
          <a:chExt cx="0" cy="0"/>
        </a:xfrm>
      </p:grpSpPr>
      <p:sp>
        <p:nvSpPr>
          <p:cNvPr id="200" name="Google Shape;200;p43"/>
          <p:cNvSpPr txBox="1"/>
          <p:nvPr>
            <p:ph idx="1" type="body"/>
          </p:nvPr>
        </p:nvSpPr>
        <p:spPr>
          <a:xfrm>
            <a:off x="8152474" y="996365"/>
            <a:ext cx="3628711" cy="5099635"/>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01" name="Google Shape;201;p43"/>
          <p:cNvSpPr txBox="1"/>
          <p:nvPr>
            <p:ph idx="2" type="body"/>
          </p:nvPr>
        </p:nvSpPr>
        <p:spPr>
          <a:xfrm>
            <a:off x="4268787" y="996365"/>
            <a:ext cx="3628711" cy="5099635"/>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02" name="Google Shape;202;p43"/>
          <p:cNvSpPr txBox="1"/>
          <p:nvPr>
            <p:ph idx="3" type="body"/>
          </p:nvPr>
        </p:nvSpPr>
        <p:spPr>
          <a:xfrm>
            <a:off x="385100" y="996365"/>
            <a:ext cx="3628711" cy="5099635"/>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03" name="Google Shape;203;p43"/>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04" name="Google Shape;204;p43"/>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43"/>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06" name="Google Shape;206;p43"/>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Subtitle">
  <p:cSld name="Three Content, Subtitle">
    <p:spTree>
      <p:nvGrpSpPr>
        <p:cNvPr id="207" name="Shape 207"/>
        <p:cNvGrpSpPr/>
        <p:nvPr/>
      </p:nvGrpSpPr>
      <p:grpSpPr>
        <a:xfrm>
          <a:off x="0" y="0"/>
          <a:ext cx="0" cy="0"/>
          <a:chOff x="0" y="0"/>
          <a:chExt cx="0" cy="0"/>
        </a:xfrm>
      </p:grpSpPr>
      <p:sp>
        <p:nvSpPr>
          <p:cNvPr id="208" name="Google Shape;208;p44"/>
          <p:cNvSpPr txBox="1"/>
          <p:nvPr>
            <p:ph idx="1" type="body"/>
          </p:nvPr>
        </p:nvSpPr>
        <p:spPr>
          <a:xfrm>
            <a:off x="281746" y="704332"/>
            <a:ext cx="11498270"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400"/>
              </a:spcBef>
              <a:spcAft>
                <a:spcPts val="0"/>
              </a:spcAft>
              <a:buClr>
                <a:schemeClr val="lt1"/>
              </a:buClr>
              <a:buSzPts val="2400"/>
              <a:buNone/>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09" name="Google Shape;209;p44"/>
          <p:cNvSpPr/>
          <p:nvPr/>
        </p:nvSpPr>
        <p:spPr>
          <a:xfrm>
            <a:off x="385100" y="118949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10" name="Google Shape;210;p44"/>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44"/>
          <p:cNvSpPr txBox="1"/>
          <p:nvPr>
            <p:ph idx="2" type="body"/>
          </p:nvPr>
        </p:nvSpPr>
        <p:spPr>
          <a:xfrm>
            <a:off x="8146122" y="1365166"/>
            <a:ext cx="3628710" cy="4734000"/>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12" name="Google Shape;212;p44"/>
          <p:cNvSpPr txBox="1"/>
          <p:nvPr>
            <p:ph idx="3" type="body"/>
          </p:nvPr>
        </p:nvSpPr>
        <p:spPr>
          <a:xfrm>
            <a:off x="4265611" y="1365166"/>
            <a:ext cx="3628710" cy="4734390"/>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13" name="Google Shape;213;p44"/>
          <p:cNvSpPr txBox="1"/>
          <p:nvPr>
            <p:ph idx="4" type="body"/>
          </p:nvPr>
        </p:nvSpPr>
        <p:spPr>
          <a:xfrm>
            <a:off x="385100" y="1365166"/>
            <a:ext cx="3628710" cy="4734000"/>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14" name="Google Shape;214;p44"/>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44"/>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and Headings">
  <p:cSld name="Three Content and Headings">
    <p:spTree>
      <p:nvGrpSpPr>
        <p:cNvPr id="216" name="Shape 216"/>
        <p:cNvGrpSpPr/>
        <p:nvPr/>
      </p:nvGrpSpPr>
      <p:grpSpPr>
        <a:xfrm>
          <a:off x="0" y="0"/>
          <a:ext cx="0" cy="0"/>
          <a:chOff x="0" y="0"/>
          <a:chExt cx="0" cy="0"/>
        </a:xfrm>
      </p:grpSpPr>
      <p:sp>
        <p:nvSpPr>
          <p:cNvPr id="217" name="Google Shape;217;p45"/>
          <p:cNvSpPr txBox="1"/>
          <p:nvPr>
            <p:ph idx="1" type="body"/>
          </p:nvPr>
        </p:nvSpPr>
        <p:spPr>
          <a:xfrm>
            <a:off x="8146122" y="1377365"/>
            <a:ext cx="3628710" cy="4718635"/>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18" name="Google Shape;218;p45"/>
          <p:cNvSpPr txBox="1"/>
          <p:nvPr>
            <p:ph idx="2" type="body"/>
          </p:nvPr>
        </p:nvSpPr>
        <p:spPr>
          <a:xfrm>
            <a:off x="8048832" y="996365"/>
            <a:ext cx="3726000"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219" name="Google Shape;219;p45"/>
          <p:cNvSpPr txBox="1"/>
          <p:nvPr>
            <p:ph idx="3" type="body"/>
          </p:nvPr>
        </p:nvSpPr>
        <p:spPr>
          <a:xfrm>
            <a:off x="4265611" y="1377365"/>
            <a:ext cx="3628710" cy="4718635"/>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20" name="Google Shape;220;p45"/>
          <p:cNvSpPr txBox="1"/>
          <p:nvPr>
            <p:ph idx="4" type="body"/>
          </p:nvPr>
        </p:nvSpPr>
        <p:spPr>
          <a:xfrm>
            <a:off x="4168321" y="996365"/>
            <a:ext cx="3726000"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221" name="Google Shape;221;p45"/>
          <p:cNvSpPr txBox="1"/>
          <p:nvPr>
            <p:ph idx="5" type="body"/>
          </p:nvPr>
        </p:nvSpPr>
        <p:spPr>
          <a:xfrm>
            <a:off x="385100" y="1377365"/>
            <a:ext cx="3628710" cy="4718635"/>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22" name="Google Shape;222;p45"/>
          <p:cNvSpPr txBox="1"/>
          <p:nvPr>
            <p:ph idx="6" type="body"/>
          </p:nvPr>
        </p:nvSpPr>
        <p:spPr>
          <a:xfrm>
            <a:off x="287427" y="996365"/>
            <a:ext cx="3726383"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223" name="Google Shape;223;p45"/>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24" name="Google Shape;224;p45"/>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45"/>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26" name="Google Shape;226;p45"/>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Subtitle and Headings">
  <p:cSld name="Three Content, Subtitle and Headings">
    <p:spTree>
      <p:nvGrpSpPr>
        <p:cNvPr id="227" name="Shape 227"/>
        <p:cNvGrpSpPr/>
        <p:nvPr/>
      </p:nvGrpSpPr>
      <p:grpSpPr>
        <a:xfrm>
          <a:off x="0" y="0"/>
          <a:ext cx="0" cy="0"/>
          <a:chOff x="0" y="0"/>
          <a:chExt cx="0" cy="0"/>
        </a:xfrm>
      </p:grpSpPr>
      <p:sp>
        <p:nvSpPr>
          <p:cNvPr id="228" name="Google Shape;228;p46"/>
          <p:cNvSpPr txBox="1"/>
          <p:nvPr>
            <p:ph idx="1" type="body"/>
          </p:nvPr>
        </p:nvSpPr>
        <p:spPr>
          <a:xfrm>
            <a:off x="8146122" y="1747514"/>
            <a:ext cx="3628710" cy="4352042"/>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29" name="Google Shape;229;p46"/>
          <p:cNvSpPr txBox="1"/>
          <p:nvPr>
            <p:ph idx="2" type="body"/>
          </p:nvPr>
        </p:nvSpPr>
        <p:spPr>
          <a:xfrm>
            <a:off x="8048832" y="1365166"/>
            <a:ext cx="3726000"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230" name="Google Shape;230;p46"/>
          <p:cNvSpPr txBox="1"/>
          <p:nvPr>
            <p:ph idx="3" type="body"/>
          </p:nvPr>
        </p:nvSpPr>
        <p:spPr>
          <a:xfrm>
            <a:off x="4265611" y="1747514"/>
            <a:ext cx="3628710" cy="4352042"/>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31" name="Google Shape;231;p46"/>
          <p:cNvSpPr txBox="1"/>
          <p:nvPr>
            <p:ph idx="4" type="body"/>
          </p:nvPr>
        </p:nvSpPr>
        <p:spPr>
          <a:xfrm>
            <a:off x="4168321" y="1365166"/>
            <a:ext cx="3726000"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232" name="Google Shape;232;p46"/>
          <p:cNvSpPr txBox="1"/>
          <p:nvPr>
            <p:ph idx="5" type="body"/>
          </p:nvPr>
        </p:nvSpPr>
        <p:spPr>
          <a:xfrm>
            <a:off x="385100" y="1747514"/>
            <a:ext cx="3628710" cy="4352042"/>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33" name="Google Shape;233;p46"/>
          <p:cNvSpPr txBox="1"/>
          <p:nvPr>
            <p:ph idx="6" type="body"/>
          </p:nvPr>
        </p:nvSpPr>
        <p:spPr>
          <a:xfrm>
            <a:off x="287427" y="1365166"/>
            <a:ext cx="3726383" cy="381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lt1"/>
              </a:buClr>
              <a:buSzPts val="2200"/>
              <a:buNone/>
              <a:defRPr b="1" sz="2200">
                <a:latin typeface="Arial"/>
                <a:ea typeface="Arial"/>
                <a:cs typeface="Arial"/>
                <a:sym typeface="Arial"/>
              </a:defRPr>
            </a:lvl1pPr>
            <a:lvl2pPr indent="-228600" lvl="1" marL="914400" algn="l">
              <a:lnSpc>
                <a:spcPct val="90000"/>
              </a:lnSpc>
              <a:spcBef>
                <a:spcPts val="0"/>
              </a:spcBef>
              <a:spcAft>
                <a:spcPts val="0"/>
              </a:spcAft>
              <a:buClr>
                <a:schemeClr val="lt1"/>
              </a:buClr>
              <a:buSzPts val="2160"/>
              <a:buNone/>
              <a:defRPr sz="2400"/>
            </a:lvl2pPr>
            <a:lvl3pPr indent="-228600" lvl="2" marL="1371600" algn="l">
              <a:lnSpc>
                <a:spcPct val="90000"/>
              </a:lnSpc>
              <a:spcBef>
                <a:spcPts val="0"/>
              </a:spcBef>
              <a:spcAft>
                <a:spcPts val="0"/>
              </a:spcAft>
              <a:buClr>
                <a:schemeClr val="lt1"/>
              </a:buClr>
              <a:buSzPts val="2400"/>
              <a:buNone/>
              <a:defRPr sz="2400"/>
            </a:lvl3pPr>
            <a:lvl4pPr indent="-228600" lvl="3" marL="1828800" algn="l">
              <a:lnSpc>
                <a:spcPct val="90000"/>
              </a:lnSpc>
              <a:spcBef>
                <a:spcPts val="0"/>
              </a:spcBef>
              <a:spcAft>
                <a:spcPts val="0"/>
              </a:spcAft>
              <a:buClr>
                <a:schemeClr val="lt1"/>
              </a:buClr>
              <a:buSzPts val="2400"/>
              <a:buNone/>
              <a:defRPr sz="2400"/>
            </a:lvl4pPr>
            <a:lvl5pPr indent="-228600" lvl="4" marL="2286000" algn="l">
              <a:lnSpc>
                <a:spcPct val="90000"/>
              </a:lnSpc>
              <a:spcBef>
                <a:spcPts val="0"/>
              </a:spcBef>
              <a:spcAft>
                <a:spcPts val="0"/>
              </a:spcAft>
              <a:buClr>
                <a:schemeClr val="lt1"/>
              </a:buClr>
              <a:buSzPts val="2400"/>
              <a:buNone/>
              <a:defRPr sz="2400"/>
            </a:lvl5pPr>
            <a:lvl6pPr indent="-228600" lvl="5" marL="2743200" algn="l">
              <a:lnSpc>
                <a:spcPct val="90000"/>
              </a:lnSpc>
              <a:spcBef>
                <a:spcPts val="0"/>
              </a:spcBef>
              <a:spcAft>
                <a:spcPts val="0"/>
              </a:spcAft>
              <a:buClr>
                <a:schemeClr val="lt1"/>
              </a:buClr>
              <a:buSzPts val="2400"/>
              <a:buNone/>
              <a:defRPr sz="2400"/>
            </a:lvl6pPr>
            <a:lvl7pPr indent="-228600" lvl="6" marL="3200400" algn="l">
              <a:lnSpc>
                <a:spcPct val="90000"/>
              </a:lnSpc>
              <a:spcBef>
                <a:spcPts val="0"/>
              </a:spcBef>
              <a:spcAft>
                <a:spcPts val="0"/>
              </a:spcAft>
              <a:buClr>
                <a:schemeClr val="lt1"/>
              </a:buClr>
              <a:buSzPts val="2400"/>
              <a:buNone/>
              <a:defRPr sz="2400"/>
            </a:lvl7pPr>
            <a:lvl8pPr indent="-228600" lvl="7" marL="3657600" algn="l">
              <a:lnSpc>
                <a:spcPct val="90000"/>
              </a:lnSpc>
              <a:spcBef>
                <a:spcPts val="0"/>
              </a:spcBef>
              <a:spcAft>
                <a:spcPts val="0"/>
              </a:spcAft>
              <a:buClr>
                <a:schemeClr val="lt1"/>
              </a:buClr>
              <a:buSzPts val="2400"/>
              <a:buNone/>
              <a:defRPr sz="2400"/>
            </a:lvl8pPr>
            <a:lvl9pPr indent="-228600" lvl="8" marL="4114800" algn="l">
              <a:lnSpc>
                <a:spcPct val="90000"/>
              </a:lnSpc>
              <a:spcBef>
                <a:spcPts val="0"/>
              </a:spcBef>
              <a:spcAft>
                <a:spcPts val="0"/>
              </a:spcAft>
              <a:buClr>
                <a:schemeClr val="lt1"/>
              </a:buClr>
              <a:buSzPts val="2400"/>
              <a:buNone/>
              <a:defRPr sz="2400"/>
            </a:lvl9pPr>
          </a:lstStyle>
          <a:p/>
        </p:txBody>
      </p:sp>
      <p:sp>
        <p:nvSpPr>
          <p:cNvPr id="234" name="Google Shape;234;p46"/>
          <p:cNvSpPr/>
          <p:nvPr/>
        </p:nvSpPr>
        <p:spPr>
          <a:xfrm>
            <a:off x="385100" y="118949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35" name="Google Shape;235;p46"/>
          <p:cNvSpPr txBox="1"/>
          <p:nvPr>
            <p:ph idx="7" type="body"/>
          </p:nvPr>
        </p:nvSpPr>
        <p:spPr>
          <a:xfrm>
            <a:off x="281746" y="704332"/>
            <a:ext cx="11498270"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400"/>
              </a:spcBef>
              <a:spcAft>
                <a:spcPts val="0"/>
              </a:spcAft>
              <a:buClr>
                <a:schemeClr val="lt1"/>
              </a:buClr>
              <a:buSzPts val="2400"/>
              <a:buNone/>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36" name="Google Shape;236;p46"/>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46"/>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38" name="Google Shape;238;p46"/>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239" name="Shape 239"/>
        <p:cNvGrpSpPr/>
        <p:nvPr/>
      </p:nvGrpSpPr>
      <p:grpSpPr>
        <a:xfrm>
          <a:off x="0" y="0"/>
          <a:ext cx="0" cy="0"/>
          <a:chOff x="0" y="0"/>
          <a:chExt cx="0" cy="0"/>
        </a:xfrm>
      </p:grpSpPr>
      <p:sp>
        <p:nvSpPr>
          <p:cNvPr id="240" name="Google Shape;240;p47"/>
          <p:cNvSpPr txBox="1"/>
          <p:nvPr>
            <p:ph idx="1" type="body"/>
          </p:nvPr>
        </p:nvSpPr>
        <p:spPr>
          <a:xfrm>
            <a:off x="281746" y="704332"/>
            <a:ext cx="11529254"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400"/>
              </a:spcBef>
              <a:spcAft>
                <a:spcPts val="0"/>
              </a:spcAft>
              <a:buClr>
                <a:schemeClr val="lt1"/>
              </a:buClr>
              <a:buSzPts val="2400"/>
              <a:buNone/>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41" name="Google Shape;241;p47"/>
          <p:cNvSpPr/>
          <p:nvPr/>
        </p:nvSpPr>
        <p:spPr>
          <a:xfrm>
            <a:off x="385100" y="118949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42" name="Google Shape;242;p47"/>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47"/>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47"/>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Line">
  <p:cSld name="Title Only, 2 Line">
    <p:spTree>
      <p:nvGrpSpPr>
        <p:cNvPr id="245" name="Shape 245"/>
        <p:cNvGrpSpPr/>
        <p:nvPr/>
      </p:nvGrpSpPr>
      <p:grpSpPr>
        <a:xfrm>
          <a:off x="0" y="0"/>
          <a:ext cx="0" cy="0"/>
          <a:chOff x="0" y="0"/>
          <a:chExt cx="0" cy="0"/>
        </a:xfrm>
      </p:grpSpPr>
      <p:sp>
        <p:nvSpPr>
          <p:cNvPr id="246" name="Google Shape;246;p48"/>
          <p:cNvSpPr txBox="1"/>
          <p:nvPr>
            <p:ph type="title"/>
          </p:nvPr>
        </p:nvSpPr>
        <p:spPr>
          <a:xfrm>
            <a:off x="289123" y="398368"/>
            <a:ext cx="11494890"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48"/>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48" name="Google Shape;248;p48"/>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48"/>
          <p:cNvSpPr/>
          <p:nvPr/>
        </p:nvSpPr>
        <p:spPr>
          <a:xfrm>
            <a:off x="385100" y="1247488"/>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2 Line">
  <p:cSld name="Title and Subtitle, 2 Line">
    <p:spTree>
      <p:nvGrpSpPr>
        <p:cNvPr id="250" name="Shape 250"/>
        <p:cNvGrpSpPr/>
        <p:nvPr/>
      </p:nvGrpSpPr>
      <p:grpSpPr>
        <a:xfrm>
          <a:off x="0" y="0"/>
          <a:ext cx="0" cy="0"/>
          <a:chOff x="0" y="0"/>
          <a:chExt cx="0" cy="0"/>
        </a:xfrm>
      </p:grpSpPr>
      <p:sp>
        <p:nvSpPr>
          <p:cNvPr id="251" name="Google Shape;251;p49"/>
          <p:cNvSpPr txBox="1"/>
          <p:nvPr>
            <p:ph idx="1" type="body"/>
          </p:nvPr>
        </p:nvSpPr>
        <p:spPr>
          <a:xfrm>
            <a:off x="281746" y="1178166"/>
            <a:ext cx="11529254" cy="381000"/>
          </a:xfrm>
          <a:prstGeom prst="rect">
            <a:avLst/>
          </a:prstGeom>
          <a:noFill/>
          <a:ln>
            <a:noFill/>
          </a:ln>
        </p:spPr>
        <p:txBody>
          <a:bodyPr anchorCtr="0" anchor="ctr" bIns="91425" lIns="91425" spcFirstLastPara="1" rIns="91425" wrap="square" tIns="91425">
            <a:noAutofit/>
          </a:bodyPr>
          <a:lstStyle>
            <a:lvl1pPr indent="-228600" lvl="0" marL="457200" algn="l">
              <a:lnSpc>
                <a:spcPct val="90000"/>
              </a:lnSpc>
              <a:spcBef>
                <a:spcPts val="400"/>
              </a:spcBef>
              <a:spcAft>
                <a:spcPts val="0"/>
              </a:spcAft>
              <a:buClr>
                <a:schemeClr val="lt1"/>
              </a:buClr>
              <a:buSzPts val="2400"/>
              <a:buNone/>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52" name="Google Shape;252;p49"/>
          <p:cNvSpPr/>
          <p:nvPr/>
        </p:nvSpPr>
        <p:spPr>
          <a:xfrm>
            <a:off x="385100" y="1663329"/>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53" name="Google Shape;253;p49"/>
          <p:cNvSpPr txBox="1"/>
          <p:nvPr>
            <p:ph type="title"/>
          </p:nvPr>
        </p:nvSpPr>
        <p:spPr>
          <a:xfrm>
            <a:off x="289123" y="398368"/>
            <a:ext cx="11494890"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49"/>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55" name="Google Shape;255;p49"/>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eft">
  <p:cSld name="Title Only, Left">
    <p:spTree>
      <p:nvGrpSpPr>
        <p:cNvPr id="256" name="Shape 256"/>
        <p:cNvGrpSpPr/>
        <p:nvPr/>
      </p:nvGrpSpPr>
      <p:grpSpPr>
        <a:xfrm>
          <a:off x="0" y="0"/>
          <a:ext cx="0" cy="0"/>
          <a:chOff x="0" y="0"/>
          <a:chExt cx="0" cy="0"/>
        </a:xfrm>
      </p:grpSpPr>
      <p:sp>
        <p:nvSpPr>
          <p:cNvPr id="257" name="Google Shape;257;p50"/>
          <p:cNvSpPr/>
          <p:nvPr/>
        </p:nvSpPr>
        <p:spPr>
          <a:xfrm>
            <a:off x="385100" y="3616182"/>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58" name="Google Shape;258;p50"/>
          <p:cNvSpPr txBox="1"/>
          <p:nvPr>
            <p:ph type="title"/>
          </p:nvPr>
        </p:nvSpPr>
        <p:spPr>
          <a:xfrm>
            <a:off x="289123" y="2676894"/>
            <a:ext cx="3685309"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 name="Google Shape;259;p50"/>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60" name="Google Shape;260;p50"/>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eft">
  <p:cSld name="Title and Content, Left">
    <p:spTree>
      <p:nvGrpSpPr>
        <p:cNvPr id="261" name="Shape 261"/>
        <p:cNvGrpSpPr/>
        <p:nvPr/>
      </p:nvGrpSpPr>
      <p:grpSpPr>
        <a:xfrm>
          <a:off x="0" y="0"/>
          <a:ext cx="0" cy="0"/>
          <a:chOff x="0" y="0"/>
          <a:chExt cx="0" cy="0"/>
        </a:xfrm>
      </p:grpSpPr>
      <p:sp>
        <p:nvSpPr>
          <p:cNvPr id="262" name="Google Shape;262;p51"/>
          <p:cNvSpPr txBox="1"/>
          <p:nvPr>
            <p:ph idx="1" type="body"/>
          </p:nvPr>
        </p:nvSpPr>
        <p:spPr>
          <a:xfrm>
            <a:off x="4076700" y="331788"/>
            <a:ext cx="7734300" cy="5764212"/>
          </a:xfrm>
          <a:prstGeom prst="rect">
            <a:avLst/>
          </a:prstGeom>
          <a:noFill/>
          <a:ln>
            <a:noFill/>
          </a:ln>
        </p:spPr>
        <p:txBody>
          <a:bodyPr anchorCtr="0" anchor="ctr"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63" name="Google Shape;263;p51"/>
          <p:cNvSpPr/>
          <p:nvPr/>
        </p:nvSpPr>
        <p:spPr>
          <a:xfrm>
            <a:off x="385100" y="3616182"/>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64" name="Google Shape;264;p51"/>
          <p:cNvSpPr txBox="1"/>
          <p:nvPr>
            <p:ph type="title"/>
          </p:nvPr>
        </p:nvSpPr>
        <p:spPr>
          <a:xfrm>
            <a:off x="289122" y="2676894"/>
            <a:ext cx="3536373"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5" name="Google Shape;265;p51"/>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66" name="Google Shape;266;p51"/>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Left">
  <p:cSld name="Title, Subtitle and Content, Left">
    <p:spTree>
      <p:nvGrpSpPr>
        <p:cNvPr id="267" name="Shape 267"/>
        <p:cNvGrpSpPr/>
        <p:nvPr/>
      </p:nvGrpSpPr>
      <p:grpSpPr>
        <a:xfrm>
          <a:off x="0" y="0"/>
          <a:ext cx="0" cy="0"/>
          <a:chOff x="0" y="0"/>
          <a:chExt cx="0" cy="0"/>
        </a:xfrm>
      </p:grpSpPr>
      <p:sp>
        <p:nvSpPr>
          <p:cNvPr id="268" name="Google Shape;268;p52"/>
          <p:cNvSpPr txBox="1"/>
          <p:nvPr>
            <p:ph idx="1" type="body"/>
          </p:nvPr>
        </p:nvSpPr>
        <p:spPr>
          <a:xfrm>
            <a:off x="4076700" y="331788"/>
            <a:ext cx="7734300" cy="5764212"/>
          </a:xfrm>
          <a:prstGeom prst="rect">
            <a:avLst/>
          </a:prstGeom>
          <a:noFill/>
          <a:ln>
            <a:noFill/>
          </a:ln>
        </p:spPr>
        <p:txBody>
          <a:bodyPr anchorCtr="0" anchor="ctr"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69" name="Google Shape;269;p52"/>
          <p:cNvSpPr/>
          <p:nvPr/>
        </p:nvSpPr>
        <p:spPr>
          <a:xfrm>
            <a:off x="385100" y="3616182"/>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70" name="Google Shape;270;p52"/>
          <p:cNvSpPr txBox="1"/>
          <p:nvPr>
            <p:ph idx="2" type="body"/>
          </p:nvPr>
        </p:nvSpPr>
        <p:spPr>
          <a:xfrm>
            <a:off x="289122" y="2691855"/>
            <a:ext cx="3566206" cy="795528"/>
          </a:xfrm>
          <a:prstGeom prst="rect">
            <a:avLst/>
          </a:prstGeom>
          <a:noFill/>
          <a:ln>
            <a:noFill/>
          </a:ln>
        </p:spPr>
        <p:txBody>
          <a:bodyPr anchorCtr="0" anchor="ctr" bIns="91425" lIns="91425" spcFirstLastPara="1" rIns="91425" wrap="square" tIns="91425">
            <a:noAutofit/>
          </a:bodyPr>
          <a:lstStyle>
            <a:lvl1pPr indent="-381000" lvl="0" marL="457200" algn="l">
              <a:lnSpc>
                <a:spcPct val="90000"/>
              </a:lnSpc>
              <a:spcBef>
                <a:spcPts val="400"/>
              </a:spcBef>
              <a:spcAft>
                <a:spcPts val="0"/>
              </a:spcAft>
              <a:buClr>
                <a:schemeClr val="lt1"/>
              </a:buClr>
              <a:buSzPts val="2400"/>
              <a:buChar char="•"/>
              <a:defRPr sz="2400">
                <a:latin typeface="Arial"/>
                <a:ea typeface="Arial"/>
                <a:cs typeface="Arial"/>
                <a:sym typeface="Arial"/>
              </a:defRPr>
            </a:lvl1pPr>
            <a:lvl2pPr indent="-331469" lvl="1" marL="914400" algn="l">
              <a:lnSpc>
                <a:spcPct val="90000"/>
              </a:lnSpc>
              <a:spcBef>
                <a:spcPts val="400"/>
              </a:spcBef>
              <a:spcAft>
                <a:spcPts val="0"/>
              </a:spcAft>
              <a:buClr>
                <a:schemeClr val="lt1"/>
              </a:buClr>
              <a:buSzPts val="1620"/>
              <a:buChar char="•"/>
              <a:defRPr/>
            </a:lvl2pPr>
            <a:lvl3pPr indent="-342900" lvl="2" marL="1371600" algn="l">
              <a:lnSpc>
                <a:spcPct val="90000"/>
              </a:lnSpc>
              <a:spcBef>
                <a:spcPts val="400"/>
              </a:spcBef>
              <a:spcAft>
                <a:spcPts val="0"/>
              </a:spcAft>
              <a:buClr>
                <a:schemeClr val="lt1"/>
              </a:buClr>
              <a:buSzPts val="1800"/>
              <a:buChar char="–"/>
              <a:defRPr/>
            </a:lvl3pPr>
            <a:lvl4pPr indent="-342900" lvl="3" marL="1828800" algn="l">
              <a:lnSpc>
                <a:spcPct val="90000"/>
              </a:lnSpc>
              <a:spcBef>
                <a:spcPts val="400"/>
              </a:spcBef>
              <a:spcAft>
                <a:spcPts val="0"/>
              </a:spcAft>
              <a:buClr>
                <a:schemeClr val="lt1"/>
              </a:buClr>
              <a:buSzPts val="1800"/>
              <a:buChar char="–"/>
              <a:defRPr/>
            </a:lvl4pPr>
            <a:lvl5pPr indent="-342900" lvl="4" marL="2286000" algn="l">
              <a:lnSpc>
                <a:spcPct val="90000"/>
              </a:lnSpc>
              <a:spcBef>
                <a:spcPts val="400"/>
              </a:spcBef>
              <a:spcAft>
                <a:spcPts val="0"/>
              </a:spcAft>
              <a:buClr>
                <a:schemeClr val="lt1"/>
              </a:buClr>
              <a:buSzPts val="1800"/>
              <a:buChar char="–"/>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71" name="Google Shape;271;p52"/>
          <p:cNvSpPr txBox="1"/>
          <p:nvPr>
            <p:ph type="title"/>
          </p:nvPr>
        </p:nvSpPr>
        <p:spPr>
          <a:xfrm>
            <a:off x="289122" y="1980879"/>
            <a:ext cx="3566206"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52"/>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73" name="Google Shape;273;p52"/>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Caption, Left">
  <p:cSld name="Title, Content and Caption, Left">
    <p:spTree>
      <p:nvGrpSpPr>
        <p:cNvPr id="274" name="Shape 274"/>
        <p:cNvGrpSpPr/>
        <p:nvPr/>
      </p:nvGrpSpPr>
      <p:grpSpPr>
        <a:xfrm>
          <a:off x="0" y="0"/>
          <a:ext cx="0" cy="0"/>
          <a:chOff x="0" y="0"/>
          <a:chExt cx="0" cy="0"/>
        </a:xfrm>
      </p:grpSpPr>
      <p:sp>
        <p:nvSpPr>
          <p:cNvPr id="275" name="Google Shape;275;p53"/>
          <p:cNvSpPr txBox="1"/>
          <p:nvPr>
            <p:ph idx="1" type="body"/>
          </p:nvPr>
        </p:nvSpPr>
        <p:spPr>
          <a:xfrm>
            <a:off x="4076700" y="331788"/>
            <a:ext cx="7734300" cy="5764212"/>
          </a:xfrm>
          <a:prstGeom prst="rect">
            <a:avLst/>
          </a:prstGeom>
          <a:noFill/>
          <a:ln>
            <a:noFill/>
          </a:ln>
        </p:spPr>
        <p:txBody>
          <a:bodyPr anchorCtr="0" anchor="ctr"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76" name="Google Shape;276;p53"/>
          <p:cNvSpPr txBox="1"/>
          <p:nvPr>
            <p:ph idx="2" type="body"/>
          </p:nvPr>
        </p:nvSpPr>
        <p:spPr>
          <a:xfrm>
            <a:off x="278732" y="2534960"/>
            <a:ext cx="3546475" cy="3446462"/>
          </a:xfrm>
          <a:prstGeom prst="rect">
            <a:avLst/>
          </a:prstGeom>
          <a:noFill/>
          <a:ln>
            <a:noFill/>
          </a:ln>
        </p:spPr>
        <p:txBody>
          <a:bodyPr anchorCtr="0" anchor="t"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77" name="Google Shape;277;p53"/>
          <p:cNvSpPr/>
          <p:nvPr/>
        </p:nvSpPr>
        <p:spPr>
          <a:xfrm>
            <a:off x="385100" y="2356608"/>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78" name="Google Shape;278;p53"/>
          <p:cNvSpPr txBox="1"/>
          <p:nvPr>
            <p:ph type="title"/>
          </p:nvPr>
        </p:nvSpPr>
        <p:spPr>
          <a:xfrm>
            <a:off x="289123" y="1417320"/>
            <a:ext cx="3536373"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53"/>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80" name="Google Shape;280;p53"/>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icture and Caption, Left">
  <p:cSld name="Title, Picture and Caption, Left">
    <p:spTree>
      <p:nvGrpSpPr>
        <p:cNvPr id="281" name="Shape 281"/>
        <p:cNvGrpSpPr/>
        <p:nvPr/>
      </p:nvGrpSpPr>
      <p:grpSpPr>
        <a:xfrm>
          <a:off x="0" y="0"/>
          <a:ext cx="0" cy="0"/>
          <a:chOff x="0" y="0"/>
          <a:chExt cx="0" cy="0"/>
        </a:xfrm>
      </p:grpSpPr>
      <p:sp>
        <p:nvSpPr>
          <p:cNvPr id="282" name="Google Shape;282;p54"/>
          <p:cNvSpPr/>
          <p:nvPr>
            <p:ph idx="2" type="pic"/>
          </p:nvPr>
        </p:nvSpPr>
        <p:spPr>
          <a:xfrm>
            <a:off x="4076700" y="0"/>
            <a:ext cx="8115300" cy="6858000"/>
          </a:xfrm>
          <a:prstGeom prst="rect">
            <a:avLst/>
          </a:prstGeom>
          <a:noFill/>
          <a:ln>
            <a:noFill/>
          </a:ln>
        </p:spPr>
      </p:sp>
      <p:sp>
        <p:nvSpPr>
          <p:cNvPr id="283" name="Google Shape;283;p54"/>
          <p:cNvSpPr txBox="1"/>
          <p:nvPr>
            <p:ph idx="1" type="body"/>
          </p:nvPr>
        </p:nvSpPr>
        <p:spPr>
          <a:xfrm>
            <a:off x="278731" y="2534960"/>
            <a:ext cx="3546475" cy="3446462"/>
          </a:xfrm>
          <a:prstGeom prst="rect">
            <a:avLst/>
          </a:prstGeom>
          <a:noFill/>
          <a:ln>
            <a:noFill/>
          </a:ln>
        </p:spPr>
        <p:txBody>
          <a:bodyPr anchorCtr="0" anchor="t" bIns="91425" lIns="91425" spcFirstLastPara="1" rIns="91425"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284" name="Google Shape;284;p54"/>
          <p:cNvSpPr/>
          <p:nvPr/>
        </p:nvSpPr>
        <p:spPr>
          <a:xfrm>
            <a:off x="385100" y="2356608"/>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85" name="Google Shape;285;p54"/>
          <p:cNvSpPr txBox="1"/>
          <p:nvPr>
            <p:ph type="title"/>
          </p:nvPr>
        </p:nvSpPr>
        <p:spPr>
          <a:xfrm>
            <a:off x="289122" y="1417320"/>
            <a:ext cx="3536373" cy="86868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p54"/>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87" name="Google Shape;287;p54"/>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288" name="Shape 288"/>
        <p:cNvGrpSpPr/>
        <p:nvPr/>
      </p:nvGrpSpPr>
      <p:grpSpPr>
        <a:xfrm>
          <a:off x="0" y="0"/>
          <a:ext cx="0" cy="0"/>
          <a:chOff x="0" y="0"/>
          <a:chExt cx="0" cy="0"/>
        </a:xfrm>
      </p:grpSpPr>
      <p:sp>
        <p:nvSpPr>
          <p:cNvPr id="289" name="Google Shape;289;p55"/>
          <p:cNvSpPr txBox="1"/>
          <p:nvPr>
            <p:ph idx="1" type="body"/>
          </p:nvPr>
        </p:nvSpPr>
        <p:spPr>
          <a:xfrm>
            <a:off x="8526166" y="999674"/>
            <a:ext cx="3257847" cy="5096326"/>
          </a:xfrm>
          <a:prstGeom prst="rect">
            <a:avLst/>
          </a:prstGeom>
          <a:noFill/>
          <a:ln>
            <a:noFill/>
          </a:ln>
        </p:spPr>
        <p:txBody>
          <a:bodyPr anchorCtr="0" anchor="t" bIns="91425" lIns="137150" spcFirstLastPara="1" rIns="137150" wrap="square" tIns="91425">
            <a:noAutofit/>
          </a:bodyPr>
          <a:lstStyle>
            <a:lvl1pPr indent="-228600" lvl="0" marL="457200" algn="l">
              <a:lnSpc>
                <a:spcPct val="90000"/>
              </a:lnSpc>
              <a:spcBef>
                <a:spcPts val="900"/>
              </a:spcBef>
              <a:spcAft>
                <a:spcPts val="0"/>
              </a:spcAft>
              <a:buClr>
                <a:schemeClr val="lt1"/>
              </a:buClr>
              <a:buSzPts val="2200"/>
              <a:buNone/>
              <a:defRPr sz="22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290" name="Google Shape;290;p55"/>
          <p:cNvSpPr/>
          <p:nvPr>
            <p:ph idx="2" type="pic"/>
          </p:nvPr>
        </p:nvSpPr>
        <p:spPr>
          <a:xfrm>
            <a:off x="381000" y="999540"/>
            <a:ext cx="7470648" cy="5096460"/>
          </a:xfrm>
          <a:prstGeom prst="rect">
            <a:avLst/>
          </a:prstGeom>
          <a:noFill/>
          <a:ln>
            <a:noFill/>
          </a:ln>
        </p:spPr>
      </p:sp>
      <p:sp>
        <p:nvSpPr>
          <p:cNvPr id="291" name="Google Shape;291;p55"/>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92" name="Google Shape;292;p55"/>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p55"/>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294" name="Google Shape;294;p55"/>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Left">
  <p:cSld name="Picture with Caption, Left">
    <p:spTree>
      <p:nvGrpSpPr>
        <p:cNvPr id="295" name="Shape 295"/>
        <p:cNvGrpSpPr/>
        <p:nvPr/>
      </p:nvGrpSpPr>
      <p:grpSpPr>
        <a:xfrm>
          <a:off x="0" y="0"/>
          <a:ext cx="0" cy="0"/>
          <a:chOff x="0" y="0"/>
          <a:chExt cx="0" cy="0"/>
        </a:xfrm>
      </p:grpSpPr>
      <p:sp>
        <p:nvSpPr>
          <p:cNvPr id="296" name="Google Shape;296;p56"/>
          <p:cNvSpPr txBox="1"/>
          <p:nvPr>
            <p:ph idx="1" type="body"/>
          </p:nvPr>
        </p:nvSpPr>
        <p:spPr>
          <a:xfrm>
            <a:off x="285743" y="999674"/>
            <a:ext cx="3257847" cy="5096326"/>
          </a:xfrm>
          <a:prstGeom prst="rect">
            <a:avLst/>
          </a:prstGeom>
          <a:noFill/>
          <a:ln>
            <a:noFill/>
          </a:ln>
        </p:spPr>
        <p:txBody>
          <a:bodyPr anchorCtr="0" anchor="t" bIns="91425" lIns="137150" spcFirstLastPara="1" rIns="137150" wrap="square" tIns="91425">
            <a:noAutofit/>
          </a:bodyPr>
          <a:lstStyle>
            <a:lvl1pPr indent="-228600" lvl="0" marL="457200" algn="l">
              <a:lnSpc>
                <a:spcPct val="90000"/>
              </a:lnSpc>
              <a:spcBef>
                <a:spcPts val="900"/>
              </a:spcBef>
              <a:spcAft>
                <a:spcPts val="0"/>
              </a:spcAft>
              <a:buClr>
                <a:schemeClr val="lt1"/>
              </a:buClr>
              <a:buSzPts val="2200"/>
              <a:buNone/>
              <a:defRPr sz="22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297" name="Google Shape;297;p56"/>
          <p:cNvSpPr/>
          <p:nvPr>
            <p:ph idx="2" type="pic"/>
          </p:nvPr>
        </p:nvSpPr>
        <p:spPr>
          <a:xfrm>
            <a:off x="4313365" y="999540"/>
            <a:ext cx="7470648" cy="5096460"/>
          </a:xfrm>
          <a:prstGeom prst="rect">
            <a:avLst/>
          </a:prstGeom>
          <a:noFill/>
          <a:ln>
            <a:noFill/>
          </a:ln>
        </p:spPr>
      </p:sp>
      <p:sp>
        <p:nvSpPr>
          <p:cNvPr id="298" name="Google Shape;298;p56"/>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299" name="Google Shape;299;p56"/>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0" name="Google Shape;300;p56"/>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301" name="Google Shape;301;p56"/>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ontent">
  <p:cSld name="Picture with Content">
    <p:spTree>
      <p:nvGrpSpPr>
        <p:cNvPr id="302" name="Shape 302"/>
        <p:cNvGrpSpPr/>
        <p:nvPr/>
      </p:nvGrpSpPr>
      <p:grpSpPr>
        <a:xfrm>
          <a:off x="0" y="0"/>
          <a:ext cx="0" cy="0"/>
          <a:chOff x="0" y="0"/>
          <a:chExt cx="0" cy="0"/>
        </a:xfrm>
      </p:grpSpPr>
      <p:sp>
        <p:nvSpPr>
          <p:cNvPr id="303" name="Google Shape;303;p57"/>
          <p:cNvSpPr txBox="1"/>
          <p:nvPr>
            <p:ph idx="1" type="body"/>
          </p:nvPr>
        </p:nvSpPr>
        <p:spPr>
          <a:xfrm>
            <a:off x="8515445" y="999540"/>
            <a:ext cx="3257847" cy="5100531"/>
          </a:xfrm>
          <a:prstGeom prst="rect">
            <a:avLst/>
          </a:prstGeom>
          <a:noFill/>
          <a:ln>
            <a:noFill/>
          </a:ln>
        </p:spPr>
        <p:txBody>
          <a:bodyPr anchorCtr="0" anchor="t" bIns="91425" lIns="0" spcFirstLastPara="1" rIns="0" wrap="square" tIns="91425">
            <a:normAutofit/>
          </a:bodyPr>
          <a:lstStyle>
            <a:lvl1pPr indent="-368300" lvl="0" marL="457200" algn="l">
              <a:lnSpc>
                <a:spcPct val="90000"/>
              </a:lnSpc>
              <a:spcBef>
                <a:spcPts val="400"/>
              </a:spcBef>
              <a:spcAft>
                <a:spcPts val="0"/>
              </a:spcAft>
              <a:buClr>
                <a:schemeClr val="lt1"/>
              </a:buClr>
              <a:buSzPts val="2200"/>
              <a:buChar char="•"/>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304" name="Google Shape;304;p57"/>
          <p:cNvSpPr/>
          <p:nvPr>
            <p:ph idx="2" type="pic"/>
          </p:nvPr>
        </p:nvSpPr>
        <p:spPr>
          <a:xfrm>
            <a:off x="381000" y="999540"/>
            <a:ext cx="7470648" cy="5096460"/>
          </a:xfrm>
          <a:prstGeom prst="rect">
            <a:avLst/>
          </a:prstGeom>
          <a:noFill/>
          <a:ln>
            <a:noFill/>
          </a:ln>
        </p:spPr>
      </p:sp>
      <p:sp>
        <p:nvSpPr>
          <p:cNvPr id="305" name="Google Shape;305;p57"/>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06" name="Google Shape;306;p57"/>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57"/>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308" name="Google Shape;308;p57"/>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ctures with Captions">
  <p:cSld name="Two Pictures with Captions">
    <p:spTree>
      <p:nvGrpSpPr>
        <p:cNvPr id="309" name="Shape 309"/>
        <p:cNvGrpSpPr/>
        <p:nvPr/>
      </p:nvGrpSpPr>
      <p:grpSpPr>
        <a:xfrm>
          <a:off x="0" y="0"/>
          <a:ext cx="0" cy="0"/>
          <a:chOff x="0" y="0"/>
          <a:chExt cx="0" cy="0"/>
        </a:xfrm>
      </p:grpSpPr>
      <p:sp>
        <p:nvSpPr>
          <p:cNvPr id="310" name="Google Shape;310;p58"/>
          <p:cNvSpPr txBox="1"/>
          <p:nvPr>
            <p:ph idx="1" type="body"/>
          </p:nvPr>
        </p:nvSpPr>
        <p:spPr>
          <a:xfrm>
            <a:off x="6172895" y="4925740"/>
            <a:ext cx="5611118" cy="1170260"/>
          </a:xfrm>
          <a:prstGeom prst="rect">
            <a:avLst/>
          </a:prstGeom>
          <a:noFill/>
          <a:ln>
            <a:noFill/>
          </a:ln>
        </p:spPr>
        <p:txBody>
          <a:bodyPr anchorCtr="0" anchor="t" bIns="91425" lIns="137150" spcFirstLastPara="1" rIns="137150" wrap="square" tIns="91425">
            <a:noAutofit/>
          </a:bodyPr>
          <a:lstStyle>
            <a:lvl1pPr indent="-228600" lvl="0" marL="457200" algn="ctr">
              <a:lnSpc>
                <a:spcPct val="90000"/>
              </a:lnSpc>
              <a:spcBef>
                <a:spcPts val="900"/>
              </a:spcBef>
              <a:spcAft>
                <a:spcPts val="0"/>
              </a:spcAft>
              <a:buClr>
                <a:schemeClr val="lt1"/>
              </a:buClr>
              <a:buSzPts val="1800"/>
              <a:buNone/>
              <a:defRPr sz="18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311" name="Google Shape;311;p58"/>
          <p:cNvSpPr/>
          <p:nvPr>
            <p:ph idx="2" type="pic"/>
          </p:nvPr>
        </p:nvSpPr>
        <p:spPr>
          <a:xfrm>
            <a:off x="6172725" y="999540"/>
            <a:ext cx="5611288" cy="3803904"/>
          </a:xfrm>
          <a:prstGeom prst="rect">
            <a:avLst/>
          </a:prstGeom>
          <a:noFill/>
          <a:ln>
            <a:noFill/>
          </a:ln>
        </p:spPr>
      </p:sp>
      <p:sp>
        <p:nvSpPr>
          <p:cNvPr id="312" name="Google Shape;312;p58"/>
          <p:cNvSpPr txBox="1"/>
          <p:nvPr>
            <p:ph idx="3" type="body"/>
          </p:nvPr>
        </p:nvSpPr>
        <p:spPr>
          <a:xfrm>
            <a:off x="381000" y="4925740"/>
            <a:ext cx="5611118" cy="1170260"/>
          </a:xfrm>
          <a:prstGeom prst="rect">
            <a:avLst/>
          </a:prstGeom>
          <a:noFill/>
          <a:ln>
            <a:noFill/>
          </a:ln>
        </p:spPr>
        <p:txBody>
          <a:bodyPr anchorCtr="0" anchor="t" bIns="91425" lIns="137150" spcFirstLastPara="1" rIns="137150" wrap="square" tIns="91425">
            <a:noAutofit/>
          </a:bodyPr>
          <a:lstStyle>
            <a:lvl1pPr indent="-228600" lvl="0" marL="457200" algn="ctr">
              <a:lnSpc>
                <a:spcPct val="90000"/>
              </a:lnSpc>
              <a:spcBef>
                <a:spcPts val="900"/>
              </a:spcBef>
              <a:spcAft>
                <a:spcPts val="0"/>
              </a:spcAft>
              <a:buClr>
                <a:schemeClr val="lt1"/>
              </a:buClr>
              <a:buSzPts val="1800"/>
              <a:buNone/>
              <a:defRPr sz="18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313" name="Google Shape;313;p58"/>
          <p:cNvSpPr/>
          <p:nvPr>
            <p:ph idx="4" type="pic"/>
          </p:nvPr>
        </p:nvSpPr>
        <p:spPr>
          <a:xfrm>
            <a:off x="381000" y="999540"/>
            <a:ext cx="5611288" cy="3803904"/>
          </a:xfrm>
          <a:prstGeom prst="rect">
            <a:avLst/>
          </a:prstGeom>
          <a:noFill/>
          <a:ln>
            <a:noFill/>
          </a:ln>
        </p:spPr>
      </p:sp>
      <p:sp>
        <p:nvSpPr>
          <p:cNvPr id="314" name="Google Shape;314;p58"/>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15" name="Google Shape;315;p58"/>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6" name="Google Shape;316;p58"/>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317" name="Google Shape;317;p58"/>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ictures with Captions">
  <p:cSld name="Three Pictures with Captions">
    <p:spTree>
      <p:nvGrpSpPr>
        <p:cNvPr id="318" name="Shape 318"/>
        <p:cNvGrpSpPr/>
        <p:nvPr/>
      </p:nvGrpSpPr>
      <p:grpSpPr>
        <a:xfrm>
          <a:off x="0" y="0"/>
          <a:ext cx="0" cy="0"/>
          <a:chOff x="0" y="0"/>
          <a:chExt cx="0" cy="0"/>
        </a:xfrm>
      </p:grpSpPr>
      <p:sp>
        <p:nvSpPr>
          <p:cNvPr id="319" name="Google Shape;319;p59"/>
          <p:cNvSpPr txBox="1"/>
          <p:nvPr>
            <p:ph idx="1" type="body"/>
          </p:nvPr>
        </p:nvSpPr>
        <p:spPr>
          <a:xfrm>
            <a:off x="8105705" y="4925740"/>
            <a:ext cx="3678308" cy="1152211"/>
          </a:xfrm>
          <a:prstGeom prst="rect">
            <a:avLst/>
          </a:prstGeom>
          <a:noFill/>
          <a:ln>
            <a:noFill/>
          </a:ln>
        </p:spPr>
        <p:txBody>
          <a:bodyPr anchorCtr="0" anchor="t" bIns="91425" lIns="137150" spcFirstLastPara="1" rIns="137150" wrap="square" tIns="91425">
            <a:noAutofit/>
          </a:bodyPr>
          <a:lstStyle>
            <a:lvl1pPr indent="-228600" lvl="0" marL="457200" algn="ctr">
              <a:lnSpc>
                <a:spcPct val="90000"/>
              </a:lnSpc>
              <a:spcBef>
                <a:spcPts val="900"/>
              </a:spcBef>
              <a:spcAft>
                <a:spcPts val="0"/>
              </a:spcAft>
              <a:buClr>
                <a:schemeClr val="lt1"/>
              </a:buClr>
              <a:buSzPts val="1800"/>
              <a:buNone/>
              <a:defRPr sz="18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320" name="Google Shape;320;p59"/>
          <p:cNvSpPr/>
          <p:nvPr>
            <p:ph idx="2" type="pic"/>
          </p:nvPr>
        </p:nvSpPr>
        <p:spPr>
          <a:xfrm>
            <a:off x="8097009" y="999540"/>
            <a:ext cx="3678308" cy="3803904"/>
          </a:xfrm>
          <a:prstGeom prst="rect">
            <a:avLst/>
          </a:prstGeom>
          <a:noFill/>
          <a:ln>
            <a:noFill/>
          </a:ln>
        </p:spPr>
      </p:sp>
      <p:sp>
        <p:nvSpPr>
          <p:cNvPr id="321" name="Google Shape;321;p59"/>
          <p:cNvSpPr txBox="1"/>
          <p:nvPr>
            <p:ph idx="3" type="body"/>
          </p:nvPr>
        </p:nvSpPr>
        <p:spPr>
          <a:xfrm>
            <a:off x="4239004" y="4925740"/>
            <a:ext cx="3678308" cy="1152211"/>
          </a:xfrm>
          <a:prstGeom prst="rect">
            <a:avLst/>
          </a:prstGeom>
          <a:noFill/>
          <a:ln>
            <a:noFill/>
          </a:ln>
        </p:spPr>
        <p:txBody>
          <a:bodyPr anchorCtr="0" anchor="t" bIns="91425" lIns="137150" spcFirstLastPara="1" rIns="137150" wrap="square" tIns="91425">
            <a:noAutofit/>
          </a:bodyPr>
          <a:lstStyle>
            <a:lvl1pPr indent="-228600" lvl="0" marL="457200" algn="ctr">
              <a:lnSpc>
                <a:spcPct val="90000"/>
              </a:lnSpc>
              <a:spcBef>
                <a:spcPts val="900"/>
              </a:spcBef>
              <a:spcAft>
                <a:spcPts val="0"/>
              </a:spcAft>
              <a:buClr>
                <a:schemeClr val="lt1"/>
              </a:buClr>
              <a:buSzPts val="1800"/>
              <a:buNone/>
              <a:defRPr sz="18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322" name="Google Shape;322;p59"/>
          <p:cNvSpPr/>
          <p:nvPr>
            <p:ph idx="4" type="pic"/>
          </p:nvPr>
        </p:nvSpPr>
        <p:spPr>
          <a:xfrm>
            <a:off x="4239004" y="999540"/>
            <a:ext cx="3678308" cy="3803904"/>
          </a:xfrm>
          <a:prstGeom prst="rect">
            <a:avLst/>
          </a:prstGeom>
          <a:noFill/>
          <a:ln>
            <a:noFill/>
          </a:ln>
        </p:spPr>
      </p:sp>
      <p:sp>
        <p:nvSpPr>
          <p:cNvPr id="323" name="Google Shape;323;p59"/>
          <p:cNvSpPr txBox="1"/>
          <p:nvPr>
            <p:ph idx="5" type="body"/>
          </p:nvPr>
        </p:nvSpPr>
        <p:spPr>
          <a:xfrm>
            <a:off x="389696" y="4925740"/>
            <a:ext cx="3678308" cy="1152211"/>
          </a:xfrm>
          <a:prstGeom prst="rect">
            <a:avLst/>
          </a:prstGeom>
          <a:noFill/>
          <a:ln>
            <a:noFill/>
          </a:ln>
        </p:spPr>
        <p:txBody>
          <a:bodyPr anchorCtr="0" anchor="t" bIns="91425" lIns="137150" spcFirstLastPara="1" rIns="137150" wrap="square" tIns="91425">
            <a:noAutofit/>
          </a:bodyPr>
          <a:lstStyle>
            <a:lvl1pPr indent="-228600" lvl="0" marL="457200" algn="ctr">
              <a:lnSpc>
                <a:spcPct val="90000"/>
              </a:lnSpc>
              <a:spcBef>
                <a:spcPts val="900"/>
              </a:spcBef>
              <a:spcAft>
                <a:spcPts val="0"/>
              </a:spcAft>
              <a:buClr>
                <a:schemeClr val="lt1"/>
              </a:buClr>
              <a:buSzPts val="1800"/>
              <a:buNone/>
              <a:defRPr sz="1800">
                <a:latin typeface="Arial"/>
                <a:ea typeface="Arial"/>
                <a:cs typeface="Arial"/>
                <a:sym typeface="Arial"/>
              </a:defRPr>
            </a:lvl1pPr>
            <a:lvl2pPr indent="-228600" lvl="1" marL="914400" algn="l">
              <a:lnSpc>
                <a:spcPct val="90000"/>
              </a:lnSpc>
              <a:spcBef>
                <a:spcPts val="400"/>
              </a:spcBef>
              <a:spcAft>
                <a:spcPts val="0"/>
              </a:spcAft>
              <a:buClr>
                <a:schemeClr val="lt1"/>
              </a:buClr>
              <a:buSzPts val="1260"/>
              <a:buNone/>
              <a:defRPr sz="1400"/>
            </a:lvl2pPr>
            <a:lvl3pPr indent="-228600" lvl="2" marL="1371600" algn="l">
              <a:lnSpc>
                <a:spcPct val="90000"/>
              </a:lnSpc>
              <a:spcBef>
                <a:spcPts val="400"/>
              </a:spcBef>
              <a:spcAft>
                <a:spcPts val="0"/>
              </a:spcAft>
              <a:buClr>
                <a:schemeClr val="lt1"/>
              </a:buClr>
              <a:buSzPts val="1200"/>
              <a:buNone/>
              <a:defRPr sz="1200"/>
            </a:lvl3pPr>
            <a:lvl4pPr indent="-228600" lvl="3" marL="1828800" algn="l">
              <a:lnSpc>
                <a:spcPct val="90000"/>
              </a:lnSpc>
              <a:spcBef>
                <a:spcPts val="400"/>
              </a:spcBef>
              <a:spcAft>
                <a:spcPts val="0"/>
              </a:spcAft>
              <a:buClr>
                <a:schemeClr val="lt1"/>
              </a:buClr>
              <a:buSzPts val="1000"/>
              <a:buNone/>
              <a:defRPr sz="1000"/>
            </a:lvl4pPr>
            <a:lvl5pPr indent="-228600" lvl="4" marL="2286000" algn="l">
              <a:lnSpc>
                <a:spcPct val="90000"/>
              </a:lnSpc>
              <a:spcBef>
                <a:spcPts val="400"/>
              </a:spcBef>
              <a:spcAft>
                <a:spcPts val="0"/>
              </a:spcAft>
              <a:buClr>
                <a:schemeClr val="lt1"/>
              </a:buClr>
              <a:buSzPts val="1000"/>
              <a:buNone/>
              <a:defRPr sz="1000"/>
            </a:lvl5pPr>
            <a:lvl6pPr indent="-228600" lvl="5" marL="2743200" algn="l">
              <a:lnSpc>
                <a:spcPct val="90000"/>
              </a:lnSpc>
              <a:spcBef>
                <a:spcPts val="600"/>
              </a:spcBef>
              <a:spcAft>
                <a:spcPts val="0"/>
              </a:spcAft>
              <a:buClr>
                <a:schemeClr val="lt1"/>
              </a:buClr>
              <a:buSzPts val="1000"/>
              <a:buNone/>
              <a:defRPr sz="1000"/>
            </a:lvl6pPr>
            <a:lvl7pPr indent="-228600" lvl="6" marL="3200400" algn="l">
              <a:lnSpc>
                <a:spcPct val="90000"/>
              </a:lnSpc>
              <a:spcBef>
                <a:spcPts val="600"/>
              </a:spcBef>
              <a:spcAft>
                <a:spcPts val="0"/>
              </a:spcAft>
              <a:buClr>
                <a:schemeClr val="lt1"/>
              </a:buClr>
              <a:buSzPts val="1000"/>
              <a:buNone/>
              <a:defRPr sz="1000"/>
            </a:lvl7pPr>
            <a:lvl8pPr indent="-228600" lvl="7" marL="3657600" algn="l">
              <a:lnSpc>
                <a:spcPct val="90000"/>
              </a:lnSpc>
              <a:spcBef>
                <a:spcPts val="600"/>
              </a:spcBef>
              <a:spcAft>
                <a:spcPts val="0"/>
              </a:spcAft>
              <a:buClr>
                <a:schemeClr val="lt1"/>
              </a:buClr>
              <a:buSzPts val="1000"/>
              <a:buNone/>
              <a:defRPr sz="1000"/>
            </a:lvl8pPr>
            <a:lvl9pPr indent="-228600" lvl="8" marL="4114800" algn="l">
              <a:lnSpc>
                <a:spcPct val="90000"/>
              </a:lnSpc>
              <a:spcBef>
                <a:spcPts val="600"/>
              </a:spcBef>
              <a:spcAft>
                <a:spcPts val="0"/>
              </a:spcAft>
              <a:buClr>
                <a:schemeClr val="lt1"/>
              </a:buClr>
              <a:buSzPts val="1000"/>
              <a:buNone/>
              <a:defRPr sz="1000"/>
            </a:lvl9pPr>
          </a:lstStyle>
          <a:p/>
        </p:txBody>
      </p:sp>
      <p:sp>
        <p:nvSpPr>
          <p:cNvPr id="324" name="Google Shape;324;p59"/>
          <p:cNvSpPr/>
          <p:nvPr>
            <p:ph idx="6" type="pic"/>
          </p:nvPr>
        </p:nvSpPr>
        <p:spPr>
          <a:xfrm>
            <a:off x="381000" y="999540"/>
            <a:ext cx="3678308" cy="3803904"/>
          </a:xfrm>
          <a:prstGeom prst="rect">
            <a:avLst/>
          </a:prstGeom>
          <a:noFill/>
          <a:ln>
            <a:noFill/>
          </a:ln>
        </p:spPr>
      </p:sp>
      <p:sp>
        <p:nvSpPr>
          <p:cNvPr id="325" name="Google Shape;325;p59"/>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26" name="Google Shape;326;p59"/>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7" name="Google Shape;327;p59"/>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328" name="Google Shape;328;p59"/>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ictures with Text">
  <p:cSld name="Three Pictures with Text">
    <p:spTree>
      <p:nvGrpSpPr>
        <p:cNvPr id="329" name="Shape 329"/>
        <p:cNvGrpSpPr/>
        <p:nvPr/>
      </p:nvGrpSpPr>
      <p:grpSpPr>
        <a:xfrm>
          <a:off x="0" y="0"/>
          <a:ext cx="0" cy="0"/>
          <a:chOff x="0" y="0"/>
          <a:chExt cx="0" cy="0"/>
        </a:xfrm>
      </p:grpSpPr>
      <p:sp>
        <p:nvSpPr>
          <p:cNvPr id="330" name="Google Shape;330;p60"/>
          <p:cNvSpPr txBox="1"/>
          <p:nvPr>
            <p:ph idx="1" type="body"/>
          </p:nvPr>
        </p:nvSpPr>
        <p:spPr>
          <a:xfrm>
            <a:off x="7994740" y="4310712"/>
            <a:ext cx="3780577" cy="1855138"/>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400"/>
              </a:spcBef>
              <a:spcAft>
                <a:spcPts val="0"/>
              </a:spcAft>
              <a:buClr>
                <a:schemeClr val="lt1"/>
              </a:buClr>
              <a:buSzPts val="2200"/>
              <a:buNone/>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331" name="Google Shape;331;p60"/>
          <p:cNvSpPr/>
          <p:nvPr/>
        </p:nvSpPr>
        <p:spPr>
          <a:xfrm>
            <a:off x="8097009" y="4258726"/>
            <a:ext cx="3679200" cy="54864"/>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32" name="Google Shape;332;p60"/>
          <p:cNvSpPr/>
          <p:nvPr>
            <p:ph idx="2" type="pic"/>
          </p:nvPr>
        </p:nvSpPr>
        <p:spPr>
          <a:xfrm>
            <a:off x="8097009" y="999540"/>
            <a:ext cx="3678308" cy="3132000"/>
          </a:xfrm>
          <a:prstGeom prst="rect">
            <a:avLst/>
          </a:prstGeom>
          <a:noFill/>
          <a:ln>
            <a:noFill/>
          </a:ln>
        </p:spPr>
      </p:sp>
      <p:sp>
        <p:nvSpPr>
          <p:cNvPr id="333" name="Google Shape;333;p60"/>
          <p:cNvSpPr/>
          <p:nvPr/>
        </p:nvSpPr>
        <p:spPr>
          <a:xfrm>
            <a:off x="4239004" y="4258726"/>
            <a:ext cx="3679200" cy="5486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34" name="Google Shape;334;p60"/>
          <p:cNvSpPr txBox="1"/>
          <p:nvPr>
            <p:ph idx="3" type="body"/>
          </p:nvPr>
        </p:nvSpPr>
        <p:spPr>
          <a:xfrm>
            <a:off x="4136735" y="4310712"/>
            <a:ext cx="3780577" cy="1855138"/>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400"/>
              </a:spcBef>
              <a:spcAft>
                <a:spcPts val="0"/>
              </a:spcAft>
              <a:buClr>
                <a:schemeClr val="lt1"/>
              </a:buClr>
              <a:buSzPts val="2200"/>
              <a:buNone/>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335" name="Google Shape;335;p60"/>
          <p:cNvSpPr/>
          <p:nvPr>
            <p:ph idx="4" type="pic"/>
          </p:nvPr>
        </p:nvSpPr>
        <p:spPr>
          <a:xfrm>
            <a:off x="4239004" y="999540"/>
            <a:ext cx="3678308" cy="3132000"/>
          </a:xfrm>
          <a:prstGeom prst="rect">
            <a:avLst/>
          </a:prstGeom>
          <a:noFill/>
          <a:ln>
            <a:noFill/>
          </a:ln>
        </p:spPr>
      </p:sp>
      <p:sp>
        <p:nvSpPr>
          <p:cNvPr id="336" name="Google Shape;336;p60"/>
          <p:cNvSpPr txBox="1"/>
          <p:nvPr>
            <p:ph idx="5" type="body"/>
          </p:nvPr>
        </p:nvSpPr>
        <p:spPr>
          <a:xfrm>
            <a:off x="278731" y="4310712"/>
            <a:ext cx="3780577" cy="1855138"/>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400"/>
              </a:spcBef>
              <a:spcAft>
                <a:spcPts val="0"/>
              </a:spcAft>
              <a:buClr>
                <a:schemeClr val="lt1"/>
              </a:buClr>
              <a:buSzPts val="2200"/>
              <a:buNone/>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337" name="Google Shape;337;p60"/>
          <p:cNvSpPr/>
          <p:nvPr/>
        </p:nvSpPr>
        <p:spPr>
          <a:xfrm>
            <a:off x="377894" y="4258726"/>
            <a:ext cx="3679200" cy="548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38" name="Google Shape;338;p60"/>
          <p:cNvSpPr/>
          <p:nvPr>
            <p:ph idx="6" type="pic"/>
          </p:nvPr>
        </p:nvSpPr>
        <p:spPr>
          <a:xfrm>
            <a:off x="379447" y="999540"/>
            <a:ext cx="3678308" cy="3132000"/>
          </a:xfrm>
          <a:prstGeom prst="rect">
            <a:avLst/>
          </a:prstGeom>
          <a:noFill/>
          <a:ln>
            <a:noFill/>
          </a:ln>
        </p:spPr>
      </p:sp>
      <p:sp>
        <p:nvSpPr>
          <p:cNvPr id="339" name="Google Shape;339;p60"/>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40" name="Google Shape;340;p60"/>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1" name="Google Shape;341;p60"/>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342" name="Google Shape;342;p60"/>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ctures with Text">
  <p:cSld name="Two Pictures with Text">
    <p:spTree>
      <p:nvGrpSpPr>
        <p:cNvPr id="343" name="Shape 343"/>
        <p:cNvGrpSpPr/>
        <p:nvPr/>
      </p:nvGrpSpPr>
      <p:grpSpPr>
        <a:xfrm>
          <a:off x="0" y="0"/>
          <a:ext cx="0" cy="0"/>
          <a:chOff x="0" y="0"/>
          <a:chExt cx="0" cy="0"/>
        </a:xfrm>
      </p:grpSpPr>
      <p:sp>
        <p:nvSpPr>
          <p:cNvPr id="344" name="Google Shape;344;p61"/>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45" name="Google Shape;345;p61"/>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6" name="Google Shape;346;p61"/>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347" name="Google Shape;347;p61"/>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8" name="Google Shape;348;p61"/>
          <p:cNvSpPr txBox="1"/>
          <p:nvPr>
            <p:ph idx="1" type="body"/>
          </p:nvPr>
        </p:nvSpPr>
        <p:spPr>
          <a:xfrm>
            <a:off x="6096001" y="4310712"/>
            <a:ext cx="5688012" cy="1855138"/>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400"/>
              </a:spcBef>
              <a:spcAft>
                <a:spcPts val="0"/>
              </a:spcAft>
              <a:buClr>
                <a:schemeClr val="lt1"/>
              </a:buClr>
              <a:buSzPts val="2200"/>
              <a:buNone/>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349" name="Google Shape;349;p61"/>
          <p:cNvSpPr/>
          <p:nvPr/>
        </p:nvSpPr>
        <p:spPr>
          <a:xfrm>
            <a:off x="6222013" y="4258726"/>
            <a:ext cx="5562000" cy="5486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50" name="Google Shape;350;p61"/>
          <p:cNvSpPr/>
          <p:nvPr>
            <p:ph idx="2" type="pic"/>
          </p:nvPr>
        </p:nvSpPr>
        <p:spPr>
          <a:xfrm>
            <a:off x="6222013" y="985963"/>
            <a:ext cx="5562000" cy="3132000"/>
          </a:xfrm>
          <a:prstGeom prst="rect">
            <a:avLst/>
          </a:prstGeom>
          <a:noFill/>
          <a:ln>
            <a:noFill/>
          </a:ln>
        </p:spPr>
      </p:sp>
      <p:sp>
        <p:nvSpPr>
          <p:cNvPr id="351" name="Google Shape;351;p61"/>
          <p:cNvSpPr txBox="1"/>
          <p:nvPr>
            <p:ph idx="3" type="body"/>
          </p:nvPr>
        </p:nvSpPr>
        <p:spPr>
          <a:xfrm>
            <a:off x="278731" y="4310712"/>
            <a:ext cx="5661163" cy="1855138"/>
          </a:xfrm>
          <a:prstGeom prst="rect">
            <a:avLst/>
          </a:prstGeom>
          <a:noFill/>
          <a:ln>
            <a:noFill/>
          </a:ln>
        </p:spPr>
        <p:txBody>
          <a:bodyPr anchorCtr="0" anchor="t" bIns="91425" lIns="91425" spcFirstLastPara="1" rIns="91425" wrap="square" tIns="91425">
            <a:normAutofit/>
          </a:bodyPr>
          <a:lstStyle>
            <a:lvl1pPr indent="-228600" lvl="0" marL="457200" algn="l">
              <a:lnSpc>
                <a:spcPct val="90000"/>
              </a:lnSpc>
              <a:spcBef>
                <a:spcPts val="400"/>
              </a:spcBef>
              <a:spcAft>
                <a:spcPts val="0"/>
              </a:spcAft>
              <a:buClr>
                <a:schemeClr val="lt1"/>
              </a:buClr>
              <a:buSzPts val="2200"/>
              <a:buNone/>
              <a:defRPr>
                <a:latin typeface="Arial"/>
                <a:ea typeface="Arial"/>
                <a:cs typeface="Arial"/>
                <a:sym typeface="Arial"/>
              </a:defRPr>
            </a:lvl1pPr>
            <a:lvl2pPr indent="-342900" lvl="1" marL="914400" algn="l">
              <a:lnSpc>
                <a:spcPct val="90000"/>
              </a:lnSpc>
              <a:spcBef>
                <a:spcPts val="400"/>
              </a:spcBef>
              <a:spcAft>
                <a:spcPts val="0"/>
              </a:spcAft>
              <a:buClr>
                <a:schemeClr val="lt1"/>
              </a:buClr>
              <a:buSzPts val="1800"/>
              <a:buChar char="•"/>
              <a:defRPr>
                <a:latin typeface="Arial"/>
                <a:ea typeface="Arial"/>
                <a:cs typeface="Arial"/>
                <a:sym typeface="Arial"/>
              </a:defRPr>
            </a:lvl2pPr>
            <a:lvl3pPr indent="-342900" lvl="2" marL="1371600" algn="l">
              <a:lnSpc>
                <a:spcPct val="90000"/>
              </a:lnSpc>
              <a:spcBef>
                <a:spcPts val="400"/>
              </a:spcBef>
              <a:spcAft>
                <a:spcPts val="0"/>
              </a:spcAft>
              <a:buClr>
                <a:schemeClr val="lt1"/>
              </a:buClr>
              <a:buSzPts val="1800"/>
              <a:buChar char="–"/>
              <a:defRPr>
                <a:latin typeface="Arial"/>
                <a:ea typeface="Arial"/>
                <a:cs typeface="Arial"/>
                <a:sym typeface="Arial"/>
              </a:defRPr>
            </a:lvl3pPr>
            <a:lvl4pPr indent="-330200" lvl="3" marL="1828800" algn="l">
              <a:lnSpc>
                <a:spcPct val="90000"/>
              </a:lnSpc>
              <a:spcBef>
                <a:spcPts val="400"/>
              </a:spcBef>
              <a:spcAft>
                <a:spcPts val="0"/>
              </a:spcAft>
              <a:buClr>
                <a:schemeClr val="lt1"/>
              </a:buClr>
              <a:buSzPts val="1600"/>
              <a:buChar char="–"/>
              <a:defRPr>
                <a:latin typeface="Arial"/>
                <a:ea typeface="Arial"/>
                <a:cs typeface="Arial"/>
                <a:sym typeface="Arial"/>
              </a:defRPr>
            </a:lvl4pPr>
            <a:lvl5pPr indent="-330200" lvl="4" marL="2286000" algn="l">
              <a:lnSpc>
                <a:spcPct val="90000"/>
              </a:lnSpc>
              <a:spcBef>
                <a:spcPts val="400"/>
              </a:spcBef>
              <a:spcAft>
                <a:spcPts val="0"/>
              </a:spcAft>
              <a:buClr>
                <a:schemeClr val="lt1"/>
              </a:buClr>
              <a:buSzPts val="1600"/>
              <a:buChar char="–"/>
              <a:defRPr>
                <a:latin typeface="Arial"/>
                <a:ea typeface="Arial"/>
                <a:cs typeface="Arial"/>
                <a:sym typeface="Arial"/>
              </a:defRPr>
            </a:lvl5pPr>
            <a:lvl6pPr indent="-342900" lvl="5" marL="2743200" algn="l">
              <a:lnSpc>
                <a:spcPct val="90000"/>
              </a:lnSpc>
              <a:spcBef>
                <a:spcPts val="600"/>
              </a:spcBef>
              <a:spcAft>
                <a:spcPts val="0"/>
              </a:spcAft>
              <a:buClr>
                <a:schemeClr val="lt1"/>
              </a:buClr>
              <a:buSzPts val="1800"/>
              <a:buChar char="–"/>
              <a:defRPr/>
            </a:lvl6pPr>
            <a:lvl7pPr indent="-342900" lvl="6" marL="3200400" algn="l">
              <a:lnSpc>
                <a:spcPct val="90000"/>
              </a:lnSpc>
              <a:spcBef>
                <a:spcPts val="600"/>
              </a:spcBef>
              <a:spcAft>
                <a:spcPts val="0"/>
              </a:spcAft>
              <a:buClr>
                <a:schemeClr val="lt1"/>
              </a:buClr>
              <a:buSzPts val="1800"/>
              <a:buChar char="–"/>
              <a:defRPr/>
            </a:lvl7pPr>
            <a:lvl8pPr indent="-342900" lvl="7" marL="3657600" algn="l">
              <a:lnSpc>
                <a:spcPct val="90000"/>
              </a:lnSpc>
              <a:spcBef>
                <a:spcPts val="600"/>
              </a:spcBef>
              <a:spcAft>
                <a:spcPts val="0"/>
              </a:spcAft>
              <a:buClr>
                <a:schemeClr val="lt1"/>
              </a:buClr>
              <a:buSzPts val="1800"/>
              <a:buChar char="–"/>
              <a:defRPr/>
            </a:lvl8pPr>
            <a:lvl9pPr indent="-342900" lvl="8" marL="4114800" algn="l">
              <a:lnSpc>
                <a:spcPct val="90000"/>
              </a:lnSpc>
              <a:spcBef>
                <a:spcPts val="600"/>
              </a:spcBef>
              <a:spcAft>
                <a:spcPts val="0"/>
              </a:spcAft>
              <a:buClr>
                <a:schemeClr val="lt1"/>
              </a:buClr>
              <a:buSzPts val="1800"/>
              <a:buChar char="–"/>
              <a:defRPr/>
            </a:lvl9pPr>
          </a:lstStyle>
          <a:p/>
        </p:txBody>
      </p:sp>
      <p:sp>
        <p:nvSpPr>
          <p:cNvPr id="352" name="Google Shape;352;p61"/>
          <p:cNvSpPr/>
          <p:nvPr/>
        </p:nvSpPr>
        <p:spPr>
          <a:xfrm>
            <a:off x="377894" y="4258726"/>
            <a:ext cx="5562000" cy="548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
        <p:nvSpPr>
          <p:cNvPr id="353" name="Google Shape;353;p61"/>
          <p:cNvSpPr/>
          <p:nvPr>
            <p:ph idx="4" type="pic"/>
          </p:nvPr>
        </p:nvSpPr>
        <p:spPr>
          <a:xfrm>
            <a:off x="381000" y="999540"/>
            <a:ext cx="5562600" cy="31320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dge-To-Edge Picture" showMasterSp="0">
  <p:cSld name="Edge-To-Edge Picture">
    <p:spTree>
      <p:nvGrpSpPr>
        <p:cNvPr id="354" name="Shape 354"/>
        <p:cNvGrpSpPr/>
        <p:nvPr/>
      </p:nvGrpSpPr>
      <p:grpSpPr>
        <a:xfrm>
          <a:off x="0" y="0"/>
          <a:ext cx="0" cy="0"/>
          <a:chOff x="0" y="0"/>
          <a:chExt cx="0" cy="0"/>
        </a:xfrm>
      </p:grpSpPr>
      <p:sp>
        <p:nvSpPr>
          <p:cNvPr id="355" name="Google Shape;355;p62"/>
          <p:cNvSpPr/>
          <p:nvPr>
            <p:ph idx="2" type="pic"/>
          </p:nvPr>
        </p:nvSpPr>
        <p:spPr>
          <a:xfrm>
            <a:off x="0" y="0"/>
            <a:ext cx="12192000" cy="68580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pe As Art, Single Line" showMasterSp="0">
  <p:cSld name="Type As Art, Single Line">
    <p:bg>
      <p:bgPr>
        <a:solidFill>
          <a:schemeClr val="dk1"/>
        </a:solidFill>
      </p:bgPr>
    </p:bg>
    <p:spTree>
      <p:nvGrpSpPr>
        <p:cNvPr id="356" name="Shape 356"/>
        <p:cNvGrpSpPr/>
        <p:nvPr/>
      </p:nvGrpSpPr>
      <p:grpSpPr>
        <a:xfrm>
          <a:off x="0" y="0"/>
          <a:ext cx="0" cy="0"/>
          <a:chOff x="0" y="0"/>
          <a:chExt cx="0" cy="0"/>
        </a:xfrm>
      </p:grpSpPr>
      <p:sp>
        <p:nvSpPr>
          <p:cNvPr id="357" name="Google Shape;357;p63"/>
          <p:cNvSpPr txBox="1"/>
          <p:nvPr>
            <p:ph type="title"/>
          </p:nvPr>
        </p:nvSpPr>
        <p:spPr>
          <a:xfrm>
            <a:off x="380999" y="685800"/>
            <a:ext cx="11430001" cy="5517572"/>
          </a:xfrm>
          <a:prstGeom prst="rect">
            <a:avLst/>
          </a:prstGeom>
          <a:noFill/>
          <a:ln>
            <a:noFill/>
          </a:ln>
        </p:spPr>
        <p:txBody>
          <a:bodyPr anchorCtr="0" anchor="ctr" bIns="0" lIns="0" spcFirstLastPara="1" rIns="0" wrap="square" tIns="432000">
            <a:normAutofit/>
          </a:bodyPr>
          <a:lstStyle>
            <a:lvl1pPr lvl="0" algn="ctr">
              <a:lnSpc>
                <a:spcPct val="75000"/>
              </a:lnSpc>
              <a:spcBef>
                <a:spcPts val="0"/>
              </a:spcBef>
              <a:spcAft>
                <a:spcPts val="0"/>
              </a:spcAft>
              <a:buSzPts val="17000"/>
              <a:buFont typeface="Arial"/>
              <a:buNone/>
              <a:defRPr sz="17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pe As Art, Multiple Lines" showMasterSp="0">
  <p:cSld name="Type As Art, Multiple Lines">
    <p:bg>
      <p:bgPr>
        <a:solidFill>
          <a:schemeClr val="dk1"/>
        </a:solidFill>
      </p:bgPr>
    </p:bg>
    <p:spTree>
      <p:nvGrpSpPr>
        <p:cNvPr id="358" name="Shape 358"/>
        <p:cNvGrpSpPr/>
        <p:nvPr/>
      </p:nvGrpSpPr>
      <p:grpSpPr>
        <a:xfrm>
          <a:off x="0" y="0"/>
          <a:ext cx="0" cy="0"/>
          <a:chOff x="0" y="0"/>
          <a:chExt cx="0" cy="0"/>
        </a:xfrm>
      </p:grpSpPr>
      <p:sp>
        <p:nvSpPr>
          <p:cNvPr id="359" name="Google Shape;359;p64"/>
          <p:cNvSpPr txBox="1"/>
          <p:nvPr>
            <p:ph type="title"/>
          </p:nvPr>
        </p:nvSpPr>
        <p:spPr>
          <a:xfrm>
            <a:off x="380999" y="685800"/>
            <a:ext cx="11430001" cy="5517572"/>
          </a:xfrm>
          <a:prstGeom prst="rect">
            <a:avLst/>
          </a:prstGeom>
          <a:noFill/>
          <a:ln>
            <a:noFill/>
          </a:ln>
        </p:spPr>
        <p:txBody>
          <a:bodyPr anchorCtr="0" anchor="ctr" bIns="0" lIns="0" spcFirstLastPara="1" rIns="0" wrap="square" tIns="432000">
            <a:normAutofit/>
          </a:bodyPr>
          <a:lstStyle>
            <a:lvl1pPr lvl="0" algn="l">
              <a:lnSpc>
                <a:spcPct val="65000"/>
              </a:lnSpc>
              <a:spcBef>
                <a:spcPts val="0"/>
              </a:spcBef>
              <a:spcAft>
                <a:spcPts val="0"/>
              </a:spcAft>
              <a:buSzPts val="12500"/>
              <a:buFont typeface="Arial"/>
              <a:buNone/>
              <a:defRPr sz="12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showMasterSp="0">
  <p:cSld name="Empty">
    <p:spTree>
      <p:nvGrpSpPr>
        <p:cNvPr id="360" name="Shape 360"/>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1" name="Shape 361"/>
        <p:cNvGrpSpPr/>
        <p:nvPr/>
      </p:nvGrpSpPr>
      <p:grpSpPr>
        <a:xfrm>
          <a:off x="0" y="0"/>
          <a:ext cx="0" cy="0"/>
          <a:chOff x="0" y="0"/>
          <a:chExt cx="0" cy="0"/>
        </a:xfrm>
      </p:grpSpPr>
      <p:sp>
        <p:nvSpPr>
          <p:cNvPr id="362" name="Google Shape;362;p66"/>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363" name="Google Shape;363;p66"/>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algn="r">
              <a:lnSpc>
                <a:spcPct val="9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 TOC">
  <p:cSld name="SP TOC">
    <p:spTree>
      <p:nvGrpSpPr>
        <p:cNvPr id="364" name="Shape 364"/>
        <p:cNvGrpSpPr/>
        <p:nvPr/>
      </p:nvGrpSpPr>
      <p:grpSpPr>
        <a:xfrm>
          <a:off x="0" y="0"/>
          <a:ext cx="0" cy="0"/>
          <a:chOff x="0" y="0"/>
          <a:chExt cx="0" cy="0"/>
        </a:xfrm>
      </p:grpSpPr>
      <p:sp>
        <p:nvSpPr>
          <p:cNvPr id="365" name="Google Shape;365;p67"/>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6" name="Google Shape;366;p67"/>
          <p:cNvSpPr/>
          <p:nvPr/>
        </p:nvSpPr>
        <p:spPr>
          <a:xfrm>
            <a:off x="385100" y="843885"/>
            <a:ext cx="685711" cy="54864"/>
          </a:xfrm>
          <a:prstGeom prst="rect">
            <a:avLst/>
          </a:prstGeom>
          <a:solidFill>
            <a:srgbClr val="01A98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50"/>
              <a:buFont typeface="Arial"/>
              <a:buNone/>
            </a:pPr>
            <a:r>
              <a:t/>
            </a:r>
            <a:endParaRPr b="0" i="0" sz="2150" u="none" cap="none" strike="noStrike">
              <a:solidFill>
                <a:srgbClr val="FFFF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60">
          <p15:clr>
            <a:srgbClr val="FBAE40"/>
          </p15:clr>
        </p15:guide>
        <p15:guide id="2" pos="116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 Divider 1">
  <p:cSld name="SP Divider 1">
    <p:bg>
      <p:bgPr>
        <a:solidFill>
          <a:schemeClr val="dk1"/>
        </a:solidFill>
      </p:bgPr>
    </p:bg>
    <p:spTree>
      <p:nvGrpSpPr>
        <p:cNvPr id="367" name="Shape 367"/>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2183">
          <p15:clr>
            <a:srgbClr val="FBAE40"/>
          </p15:clr>
        </p15:guide>
        <p15:guide id="2" pos="116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368" name="Shape 368"/>
        <p:cNvGrpSpPr/>
        <p:nvPr/>
      </p:nvGrpSpPr>
      <p:grpSpPr>
        <a:xfrm>
          <a:off x="0" y="0"/>
          <a:ext cx="0" cy="0"/>
          <a:chOff x="0" y="0"/>
          <a:chExt cx="0" cy="0"/>
        </a:xfrm>
      </p:grpSpPr>
      <p:sp>
        <p:nvSpPr>
          <p:cNvPr id="369" name="Google Shape;369;g36d5a26939b_0_116"/>
          <p:cNvSpPr/>
          <p:nvPr/>
        </p:nvSpPr>
        <p:spPr>
          <a:xfrm>
            <a:off x="0" y="0"/>
            <a:ext cx="12192000" cy="6858000"/>
          </a:xfrm>
          <a:prstGeom prst="rect">
            <a:avLst/>
          </a:prstGeom>
          <a:solidFill>
            <a:srgbClr val="F6F4F4"/>
          </a:solidFill>
          <a:ln>
            <a:noFill/>
          </a:ln>
        </p:spPr>
        <p:txBody>
          <a:bodyPr anchorCtr="0" anchor="ctr" bIns="76200" lIns="76200" spcFirstLastPara="1" rIns="76200" wrap="square" tIns="76200">
            <a:noAutofit/>
          </a:bodyPr>
          <a:lstStyle/>
          <a:p>
            <a:pPr indent="0" lvl="0" marL="0" rtl="0" algn="l">
              <a:spcBef>
                <a:spcPts val="0"/>
              </a:spcBef>
              <a:spcAft>
                <a:spcPts val="0"/>
              </a:spcAft>
              <a:buNone/>
            </a:pPr>
            <a:r>
              <a:t/>
            </a:r>
            <a:endParaRPr/>
          </a:p>
        </p:txBody>
      </p:sp>
      <p:sp>
        <p:nvSpPr>
          <p:cNvPr id="370" name="Google Shape;370;g36d5a26939b_0_116"/>
          <p:cNvSpPr/>
          <p:nvPr/>
        </p:nvSpPr>
        <p:spPr>
          <a:xfrm>
            <a:off x="0" y="0"/>
            <a:ext cx="12192000" cy="6858000"/>
          </a:xfrm>
          <a:prstGeom prst="rect">
            <a:avLst/>
          </a:prstGeom>
          <a:solidFill>
            <a:srgbClr val="FFFFFF"/>
          </a:solidFill>
          <a:ln>
            <a:noFill/>
          </a:ln>
        </p:spPr>
        <p:txBody>
          <a:bodyPr anchorCtr="0" anchor="ctr" bIns="76200" lIns="76200" spcFirstLastPara="1" rIns="76200" wrap="square" tIns="76200">
            <a:noAutofit/>
          </a:bodyPr>
          <a:lstStyle/>
          <a:p>
            <a:pPr indent="0" lvl="0" marL="0" rtl="0" algn="l">
              <a:spcBef>
                <a:spcPts val="0"/>
              </a:spcBef>
              <a:spcAft>
                <a:spcPts val="0"/>
              </a:spcAft>
              <a:buNone/>
            </a:pPr>
            <a:r>
              <a:t/>
            </a:r>
            <a:endParaRPr/>
          </a:p>
        </p:txBody>
      </p:sp>
      <p:pic>
        <p:nvPicPr>
          <p:cNvPr descr="preencoded.png" id="371" name="Google Shape;371;g36d5a26939b_0_116">
            <a:hlinkClick r:id="rId2"/>
          </p:cNvPr>
          <p:cNvPicPr preferRelativeResize="0"/>
          <p:nvPr/>
        </p:nvPicPr>
        <p:blipFill rotWithShape="1">
          <a:blip r:embed="rId3">
            <a:alphaModFix/>
          </a:blip>
          <a:srcRect b="0" l="0" r="0" t="0"/>
          <a:stretch/>
        </p:blipFill>
        <p:spPr>
          <a:xfrm>
            <a:off x="10699346" y="6457950"/>
            <a:ext cx="1435503" cy="342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4"/>
          <p:cNvSpPr txBox="1"/>
          <p:nvPr>
            <p:ph idx="1" type="body"/>
          </p:nvPr>
        </p:nvSpPr>
        <p:spPr>
          <a:xfrm>
            <a:off x="285909" y="998682"/>
            <a:ext cx="11498104" cy="4571999"/>
          </a:xfrm>
          <a:prstGeom prst="rect">
            <a:avLst/>
          </a:prstGeom>
          <a:noFill/>
          <a:ln>
            <a:noFill/>
          </a:ln>
        </p:spPr>
        <p:txBody>
          <a:bodyPr anchorCtr="0" anchor="t" bIns="91425" lIns="91425" spcFirstLastPara="1" rIns="91425" wrap="square" tIns="91425">
            <a:normAutofit/>
          </a:bodyPr>
          <a:lstStyle>
            <a:lvl1pPr indent="-368300" lvl="0" marL="457200" marR="0" rtl="0" algn="l">
              <a:lnSpc>
                <a:spcPct val="90000"/>
              </a:lnSpc>
              <a:spcBef>
                <a:spcPts val="4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1pPr>
            <a:lvl2pPr indent="-342900" lvl="1" marL="914400" marR="0" rtl="0" algn="l">
              <a:lnSpc>
                <a:spcPct val="90000"/>
              </a:lnSpc>
              <a:spcBef>
                <a:spcPts val="400"/>
              </a:spcBef>
              <a:spcAft>
                <a:spcPts val="0"/>
              </a:spcAft>
              <a:buClr>
                <a:schemeClr val="lt1"/>
              </a:buClr>
              <a:buSzPts val="1800"/>
              <a:buFont typeface="Arial"/>
              <a:buChar char="•"/>
              <a:defRPr b="0" i="0" sz="2000" u="none" cap="none" strike="noStrike">
                <a:solidFill>
                  <a:schemeClr val="lt1"/>
                </a:solidFill>
                <a:latin typeface="Arial"/>
                <a:ea typeface="Arial"/>
                <a:cs typeface="Arial"/>
                <a:sym typeface="Arial"/>
              </a:defRPr>
            </a:lvl2pPr>
            <a:lvl3pPr indent="-342900" lvl="2" marL="1371600" marR="0" rtl="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3pPr>
            <a:lvl4pPr indent="-330200" lvl="3" marL="1828800" marR="0" rtl="0" algn="l">
              <a:lnSpc>
                <a:spcPct val="90000"/>
              </a:lnSpc>
              <a:spcBef>
                <a:spcPts val="4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4pPr>
            <a:lvl5pPr indent="-330200" lvl="4" marL="2286000" marR="0" rtl="0" algn="l">
              <a:lnSpc>
                <a:spcPct val="90000"/>
              </a:lnSpc>
              <a:spcBef>
                <a:spcPts val="4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5pPr>
            <a:lvl6pPr indent="-304800" lvl="5" marL="2743200" marR="0" rtl="0" algn="l">
              <a:lnSpc>
                <a:spcPct val="90000"/>
              </a:lnSpc>
              <a:spcBef>
                <a:spcPts val="6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6pPr>
            <a:lvl7pPr indent="-304800" lvl="6" marL="3200400" marR="0" rtl="0" algn="l">
              <a:lnSpc>
                <a:spcPct val="90000"/>
              </a:lnSpc>
              <a:spcBef>
                <a:spcPts val="6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7pPr>
            <a:lvl8pPr indent="-304800" lvl="7" marL="3657600" marR="0" rtl="0" algn="l">
              <a:lnSpc>
                <a:spcPct val="90000"/>
              </a:lnSpc>
              <a:spcBef>
                <a:spcPts val="6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8pPr>
            <a:lvl9pPr indent="-304800" lvl="8" marL="4114800" marR="0" rtl="0" algn="l">
              <a:lnSpc>
                <a:spcPct val="90000"/>
              </a:lnSpc>
              <a:spcBef>
                <a:spcPts val="6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9pPr>
          </a:lstStyle>
          <a:p/>
        </p:txBody>
      </p:sp>
      <p:sp>
        <p:nvSpPr>
          <p:cNvPr id="11" name="Google Shape;11;p14"/>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lt1"/>
              </a:buClr>
              <a:buSzPts val="2800"/>
              <a:buFont typeface="Arial"/>
              <a:buNone/>
              <a:defRPr b="1" i="0" sz="28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4"/>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lvl1pPr indent="-53299" lvl="0"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1pPr>
            <a:lvl2pPr indent="-53299" lvl="1"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2pPr>
            <a:lvl3pPr indent="-53299" lvl="2"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3pPr>
            <a:lvl4pPr indent="-53299" lvl="3"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4pPr>
            <a:lvl5pPr indent="-53299" lvl="4"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5pPr>
            <a:lvl6pPr indent="-53299" lvl="5"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6pPr>
            <a:lvl7pPr indent="-53299" lvl="6"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7pPr>
            <a:lvl8pPr indent="-53299" lvl="7"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8pPr>
            <a:lvl9pPr indent="-53299" lvl="8" marL="205699" marR="0" rtl="0" algn="l">
              <a:lnSpc>
                <a:spcPct val="90000"/>
              </a:lnSpc>
              <a:spcBef>
                <a:spcPts val="0"/>
              </a:spcBef>
              <a:spcAft>
                <a:spcPts val="0"/>
              </a:spcAft>
              <a:buClr>
                <a:schemeClr val="lt1"/>
              </a:buClr>
              <a:buSzPts val="2400"/>
              <a:buFont typeface="Arial"/>
              <a:buNone/>
              <a:defRPr b="0" baseline="30000" i="0" sz="2000" u="none" cap="none" strike="noStrike">
                <a:solidFill>
                  <a:schemeClr val="lt1"/>
                </a:solidFill>
                <a:latin typeface="Arial"/>
                <a:ea typeface="Arial"/>
                <a:cs typeface="Arial"/>
                <a:sym typeface="Arial"/>
              </a:defRPr>
            </a:lvl9pPr>
          </a:lstStyle>
          <a:p>
            <a:pPr indent="-205699" lvl="0" marL="205699" rtl="0" algn="l">
              <a:spcBef>
                <a:spcPts val="0"/>
              </a:spcBef>
              <a:spcAft>
                <a:spcPts val="0"/>
              </a:spcAft>
              <a:buClr>
                <a:schemeClr val="lt1"/>
              </a:buClr>
              <a:buSzPts val="2400"/>
              <a:buFont typeface="Arial"/>
              <a:buChar char="•"/>
            </a:pPr>
            <a:fld id="{00000000-1234-1234-1234-123412341234}" type="slidenum">
              <a:rPr lang="en-US"/>
              <a:t>‹#›</a:t>
            </a:fld>
            <a:endParaRPr/>
          </a:p>
        </p:txBody>
      </p:sp>
      <p:sp>
        <p:nvSpPr>
          <p:cNvPr id="13" name="Google Shape;13;p14"/>
          <p:cNvSpPr txBox="1"/>
          <p:nvPr>
            <p:ph idx="11" type="ftr"/>
          </p:nvPr>
        </p:nvSpPr>
        <p:spPr>
          <a:xfrm>
            <a:off x="3721696" y="6129337"/>
            <a:ext cx="7481160" cy="411581"/>
          </a:xfrm>
          <a:prstGeom prst="rect">
            <a:avLst/>
          </a:prstGeom>
          <a:noFill/>
          <a:ln>
            <a:noFill/>
          </a:ln>
        </p:spPr>
        <p:txBody>
          <a:bodyPr anchorCtr="0" anchor="b" bIns="0" lIns="90000" spcFirstLastPara="1" rIns="90000" wrap="square" tIns="0">
            <a:noAutofit/>
          </a:bodyPr>
          <a:lstStyle>
            <a:lvl1pPr lvl="0" marR="0" rtl="0" algn="r">
              <a:lnSpc>
                <a:spcPct val="90000"/>
              </a:lnSpc>
              <a:spcBef>
                <a:spcPts val="0"/>
              </a:spcBef>
              <a:spcAft>
                <a:spcPts val="0"/>
              </a:spcAft>
              <a:buClr>
                <a:srgbClr val="000000"/>
              </a:buClr>
              <a:buSzPts val="14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4"/>
          <p:cNvSpPr/>
          <p:nvPr/>
        </p:nvSpPr>
        <p:spPr>
          <a:xfrm>
            <a:off x="381000" y="6246577"/>
            <a:ext cx="951511" cy="272927"/>
          </a:xfrm>
          <a:custGeom>
            <a:rect b="b" l="l" r="r" t="t"/>
            <a:pathLst>
              <a:path extrusionOk="0" h="272927" w="951511">
                <a:moveTo>
                  <a:pt x="0" y="0"/>
                </a:moveTo>
                <a:lnTo>
                  <a:pt x="0" y="272927"/>
                </a:lnTo>
                <a:lnTo>
                  <a:pt x="0" y="272927"/>
                </a:lnTo>
                <a:lnTo>
                  <a:pt x="951511" y="272927"/>
                </a:lnTo>
                <a:lnTo>
                  <a:pt x="951511" y="0"/>
                </a:lnTo>
                <a:lnTo>
                  <a:pt x="0" y="0"/>
                </a:lnTo>
                <a:close/>
                <a:moveTo>
                  <a:pt x="891783" y="214028"/>
                </a:moveTo>
                <a:lnTo>
                  <a:pt x="59729" y="214028"/>
                </a:lnTo>
                <a:lnTo>
                  <a:pt x="59729" y="59729"/>
                </a:lnTo>
                <a:lnTo>
                  <a:pt x="892612" y="59729"/>
                </a:lnTo>
                <a:lnTo>
                  <a:pt x="892612" y="214028"/>
                </a:lnTo>
                <a:close/>
              </a:path>
            </a:pathLst>
          </a:custGeom>
          <a:solidFill>
            <a:srgbClr val="01A98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240">
          <p15:clr>
            <a:srgbClr val="F26B43"/>
          </p15:clr>
        </p15:guide>
        <p15:guide id="4" pos="7440">
          <p15:clr>
            <a:srgbClr val="F26B43"/>
          </p15:clr>
        </p15:guide>
        <p15:guide id="5" orient="horz" pos="432">
          <p15:clr>
            <a:srgbClr val="F26B43"/>
          </p15:clr>
        </p15:guide>
        <p15:guide id="6" orient="horz" pos="3840">
          <p15:clr>
            <a:srgbClr val="F26B43"/>
          </p15:clr>
        </p15:guide>
        <p15:guide id="7" orient="horz" pos="1440">
          <p15:clr>
            <a:srgbClr val="F26B43"/>
          </p15:clr>
        </p15:guide>
        <p15:guide id="8" orient="horz" pos="2880">
          <p15:clr>
            <a:srgbClr val="F26B43"/>
          </p15:clr>
        </p15:guide>
        <p15:guide id="9" pos="2568">
          <p15:clr>
            <a:srgbClr val="F26B43"/>
          </p15:clr>
        </p15:guide>
        <p15:guide id="10" pos="5112">
          <p15:clr>
            <a:srgbClr val="F26B43"/>
          </p15:clr>
        </p15:guide>
        <p15:guide id="11" orient="horz"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grafana.com/docs/loki/latest/get-started/architecture/#index-format" TargetMode="External"/><Relationship Id="rId4" Type="http://schemas.openxmlformats.org/officeDocument/2006/relationships/hyperlink" Target="https://grafana.com/docs/loki/latest/get-started/architecture/#chunk-format" TargetMode="External"/><Relationship Id="rId5"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
          <p:cNvSpPr txBox="1"/>
          <p:nvPr>
            <p:ph type="title"/>
          </p:nvPr>
        </p:nvSpPr>
        <p:spPr>
          <a:xfrm>
            <a:off x="383225" y="1654775"/>
            <a:ext cx="11423700" cy="21243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Clr>
                <a:schemeClr val="lt1"/>
              </a:buClr>
              <a:buSzPts val="3600"/>
              <a:buFont typeface="Arial"/>
              <a:buNone/>
            </a:pPr>
            <a:r>
              <a:rPr lang="en-US" sz="3600"/>
              <a:t>HPCM Logs in Grafana Loki and VictoriaLogs for Observability</a:t>
            </a:r>
            <a:endParaRPr sz="3600">
              <a:latin typeface="Arial"/>
              <a:ea typeface="Arial"/>
              <a:cs typeface="Arial"/>
              <a:sym typeface="Arial"/>
            </a:endParaRPr>
          </a:p>
        </p:txBody>
      </p:sp>
      <p:sp>
        <p:nvSpPr>
          <p:cNvPr id="378" name="Google Shape;378;p1"/>
          <p:cNvSpPr txBox="1"/>
          <p:nvPr>
            <p:ph idx="1" type="subTitle"/>
          </p:nvPr>
        </p:nvSpPr>
        <p:spPr>
          <a:xfrm>
            <a:off x="-3733800" y="4849300"/>
            <a:ext cx="8229600" cy="1740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FFFFFF"/>
              </a:buClr>
              <a:buSzPts val="2400"/>
              <a:buNone/>
            </a:pPr>
            <a:br>
              <a:rPr lang="en-US" sz="2400">
                <a:solidFill>
                  <a:srgbClr val="FFFFFF"/>
                </a:solidFill>
                <a:latin typeface="Arial"/>
                <a:ea typeface="Arial"/>
                <a:cs typeface="Arial"/>
                <a:sym typeface="Arial"/>
              </a:rPr>
            </a:br>
            <a:endParaRPr sz="2400">
              <a:solidFill>
                <a:srgbClr val="FFFFFF"/>
              </a:solidFill>
              <a:latin typeface="Arial"/>
              <a:ea typeface="Arial"/>
              <a:cs typeface="Arial"/>
              <a:sym typeface="Arial"/>
            </a:endParaRPr>
          </a:p>
          <a:p>
            <a:pPr indent="0" lvl="0" marL="0" rtl="0" algn="l">
              <a:lnSpc>
                <a:spcPct val="90000"/>
              </a:lnSpc>
              <a:spcBef>
                <a:spcPts val="0"/>
              </a:spcBef>
              <a:spcAft>
                <a:spcPts val="0"/>
              </a:spcAft>
              <a:buClr>
                <a:schemeClr val="lt1"/>
              </a:buClr>
              <a:buSzPts val="2400"/>
              <a:buNone/>
            </a:pPr>
            <a:r>
              <a:t/>
            </a:r>
            <a:endParaRPr sz="2400">
              <a:solidFill>
                <a:srgbClr val="FFFFFF"/>
              </a:solidFill>
              <a:latin typeface="Arial"/>
              <a:ea typeface="Arial"/>
              <a:cs typeface="Arial"/>
              <a:sym typeface="Arial"/>
            </a:endParaRPr>
          </a:p>
          <a:p>
            <a:pPr indent="0" lvl="0" marL="0" rtl="0" algn="l">
              <a:lnSpc>
                <a:spcPct val="90000"/>
              </a:lnSpc>
              <a:spcBef>
                <a:spcPts val="0"/>
              </a:spcBef>
              <a:spcAft>
                <a:spcPts val="0"/>
              </a:spcAft>
              <a:buClr>
                <a:schemeClr val="lt1"/>
              </a:buClr>
              <a:buSzPts val="2400"/>
              <a:buNone/>
            </a:pPr>
            <a:r>
              <a:t/>
            </a:r>
            <a:endParaRPr sz="2400">
              <a:solidFill>
                <a:srgbClr val="FFFFFF"/>
              </a:solidFill>
              <a:latin typeface="Arial"/>
              <a:ea typeface="Arial"/>
              <a:cs typeface="Arial"/>
              <a:sym typeface="Arial"/>
            </a:endParaRPr>
          </a:p>
          <a:p>
            <a:pPr indent="0" lvl="0" marL="0" rtl="0" algn="l">
              <a:lnSpc>
                <a:spcPct val="90000"/>
              </a:lnSpc>
              <a:spcBef>
                <a:spcPts val="0"/>
              </a:spcBef>
              <a:spcAft>
                <a:spcPts val="0"/>
              </a:spcAft>
              <a:buClr>
                <a:schemeClr val="lt1"/>
              </a:buClr>
              <a:buSzPts val="2400"/>
              <a:buNone/>
            </a:pPr>
            <a:r>
              <a:t/>
            </a:r>
            <a:endParaRPr sz="2400">
              <a:solidFill>
                <a:srgbClr val="FFFFFF"/>
              </a:solidFill>
              <a:latin typeface="Arial"/>
              <a:ea typeface="Arial"/>
              <a:cs typeface="Arial"/>
              <a:sym typeface="Arial"/>
            </a:endParaRPr>
          </a:p>
          <a:p>
            <a:pPr indent="0" lvl="0" marL="0" rtl="0" algn="l">
              <a:lnSpc>
                <a:spcPct val="90000"/>
              </a:lnSpc>
              <a:spcBef>
                <a:spcPts val="0"/>
              </a:spcBef>
              <a:spcAft>
                <a:spcPts val="0"/>
              </a:spcAft>
              <a:buClr>
                <a:schemeClr val="lt1"/>
              </a:buClr>
              <a:buSzPts val="3200"/>
              <a:buNone/>
            </a:pPr>
            <a:r>
              <a:t/>
            </a:r>
            <a:endParaRPr>
              <a:latin typeface="Arial"/>
              <a:ea typeface="Arial"/>
              <a:cs typeface="Arial"/>
              <a:sym typeface="Arial"/>
            </a:endParaRPr>
          </a:p>
        </p:txBody>
      </p:sp>
      <p:sp>
        <p:nvSpPr>
          <p:cNvPr id="379" name="Google Shape;379;p1"/>
          <p:cNvSpPr txBox="1"/>
          <p:nvPr>
            <p:ph idx="2" type="body"/>
          </p:nvPr>
        </p:nvSpPr>
        <p:spPr>
          <a:xfrm>
            <a:off x="383225" y="4424800"/>
            <a:ext cx="5223300" cy="2164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lt1"/>
              </a:buClr>
              <a:buSzPts val="2200"/>
              <a:buNone/>
            </a:pPr>
            <a:r>
              <a:rPr lang="en-US"/>
              <a:t>Under the Guidance of:</a:t>
            </a:r>
            <a:endParaRPr/>
          </a:p>
          <a:p>
            <a:pPr indent="0" lvl="0" marL="0" rtl="0" algn="l">
              <a:lnSpc>
                <a:spcPct val="90000"/>
              </a:lnSpc>
              <a:spcBef>
                <a:spcPts val="0"/>
              </a:spcBef>
              <a:spcAft>
                <a:spcPts val="0"/>
              </a:spcAft>
              <a:buClr>
                <a:schemeClr val="lt1"/>
              </a:buClr>
              <a:buSzPts val="2200"/>
              <a:buNone/>
            </a:pPr>
            <a:r>
              <a:t/>
            </a:r>
            <a:endParaRPr/>
          </a:p>
          <a:p>
            <a:pPr indent="0" lvl="0" marL="0" rtl="0" algn="l">
              <a:lnSpc>
                <a:spcPct val="90000"/>
              </a:lnSpc>
              <a:spcBef>
                <a:spcPts val="0"/>
              </a:spcBef>
              <a:spcAft>
                <a:spcPts val="0"/>
              </a:spcAft>
              <a:buClr>
                <a:schemeClr val="lt1"/>
              </a:buClr>
              <a:buSzPts val="2200"/>
              <a:buNone/>
            </a:pPr>
            <a:r>
              <a:rPr lang="en-US"/>
              <a:t>Ambresh Gupta</a:t>
            </a:r>
            <a:endParaRPr/>
          </a:p>
        </p:txBody>
      </p:sp>
      <p:sp>
        <p:nvSpPr>
          <p:cNvPr id="380" name="Google Shape;380;p1"/>
          <p:cNvSpPr txBox="1"/>
          <p:nvPr/>
        </p:nvSpPr>
        <p:spPr>
          <a:xfrm>
            <a:off x="5955000" y="3856100"/>
            <a:ext cx="5712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byby</a:t>
            </a:r>
            <a:endParaRPr b="0" i="0" sz="1400" u="none" cap="none" strike="noStrike">
              <a:solidFill>
                <a:srgbClr val="000000"/>
              </a:solidFill>
              <a:latin typeface="Arial"/>
              <a:ea typeface="Arial"/>
              <a:cs typeface="Arial"/>
              <a:sym typeface="Arial"/>
            </a:endParaRPr>
          </a:p>
        </p:txBody>
      </p:sp>
      <p:sp>
        <p:nvSpPr>
          <p:cNvPr id="381" name="Google Shape;381;p1"/>
          <p:cNvSpPr txBox="1"/>
          <p:nvPr/>
        </p:nvSpPr>
        <p:spPr>
          <a:xfrm>
            <a:off x="8115300" y="4163900"/>
            <a:ext cx="3868800" cy="25029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Amogh Bhat N</a:t>
            </a:r>
            <a:endParaRPr b="0"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Karthik P K</a:t>
            </a:r>
            <a:endParaRPr b="0"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Karthik Prabhu</a:t>
            </a:r>
            <a:endParaRPr b="0"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Karthik S Salian</a:t>
            </a:r>
            <a:endParaRPr b="0"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Yashas Hegde</a:t>
            </a:r>
            <a:endParaRPr b="0" i="0" sz="22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6" name="Shape 386"/>
        <p:cNvGrpSpPr/>
        <p:nvPr/>
      </p:nvGrpSpPr>
      <p:grpSpPr>
        <a:xfrm>
          <a:off x="0" y="0"/>
          <a:ext cx="0" cy="0"/>
          <a:chOff x="0" y="0"/>
          <a:chExt cx="0" cy="0"/>
        </a:xfrm>
      </p:grpSpPr>
      <p:sp>
        <p:nvSpPr>
          <p:cNvPr id="387" name="Google Shape;387;p2"/>
          <p:cNvSpPr txBox="1"/>
          <p:nvPr>
            <p:ph type="title"/>
          </p:nvPr>
        </p:nvSpPr>
        <p:spPr>
          <a:xfrm>
            <a:off x="346865" y="305966"/>
            <a:ext cx="11498270" cy="401362"/>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lt1"/>
              </a:buClr>
              <a:buSzPts val="2800"/>
              <a:buFont typeface="Arial"/>
              <a:buNone/>
            </a:pPr>
            <a:r>
              <a:rPr lang="en-US">
                <a:solidFill>
                  <a:schemeClr val="lt1"/>
                </a:solidFill>
                <a:latin typeface="Arial"/>
                <a:ea typeface="Arial"/>
                <a:cs typeface="Arial"/>
                <a:sym typeface="Arial"/>
              </a:rPr>
              <a:t>Agenda</a:t>
            </a:r>
            <a:endParaRPr/>
          </a:p>
        </p:txBody>
      </p:sp>
      <p:sp>
        <p:nvSpPr>
          <p:cNvPr id="388" name="Google Shape;388;p2"/>
          <p:cNvSpPr txBox="1"/>
          <p:nvPr/>
        </p:nvSpPr>
        <p:spPr>
          <a:xfrm>
            <a:off x="346875" y="1094338"/>
            <a:ext cx="10978200" cy="46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91425" lIns="270000" spcFirstLastPara="1" rIns="270000" wrap="square" tIns="91425">
            <a:normAutofit/>
          </a:bodyPr>
          <a:lstStyle/>
          <a:p>
            <a:pPr indent="0" lvl="0" marL="0" marR="0" rtl="0" algn="l">
              <a:lnSpc>
                <a:spcPct val="90000"/>
              </a:lnSpc>
              <a:spcBef>
                <a:spcPts val="0"/>
              </a:spcBef>
              <a:spcAft>
                <a:spcPts val="0"/>
              </a:spcAft>
              <a:buClr>
                <a:srgbClr val="000000"/>
              </a:buClr>
              <a:buSzPts val="2000"/>
              <a:buFont typeface="Arial"/>
              <a:buNone/>
            </a:pPr>
            <a:r>
              <a:rPr b="1" lang="en-US" sz="2000"/>
              <a:t>Overview of Pipeline Architecture</a:t>
            </a:r>
            <a:endParaRPr b="0" i="0" sz="1400" u="none" cap="none" strike="noStrike">
              <a:solidFill>
                <a:srgbClr val="000000"/>
              </a:solidFill>
              <a:latin typeface="Arial"/>
              <a:ea typeface="Arial"/>
              <a:cs typeface="Arial"/>
              <a:sym typeface="Arial"/>
            </a:endParaRPr>
          </a:p>
        </p:txBody>
      </p:sp>
      <p:sp>
        <p:nvSpPr>
          <p:cNvPr id="389" name="Google Shape;389;p2"/>
          <p:cNvSpPr txBox="1"/>
          <p:nvPr/>
        </p:nvSpPr>
        <p:spPr>
          <a:xfrm>
            <a:off x="346839" y="1777934"/>
            <a:ext cx="10978200" cy="46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91425" lIns="270000" spcFirstLastPara="1" rIns="270000" wrap="square" tIns="91425">
            <a:normAutofit/>
          </a:bodyPr>
          <a:lstStyle/>
          <a:p>
            <a:pPr indent="0" lvl="0" marL="0" marR="0" rtl="0" algn="l">
              <a:lnSpc>
                <a:spcPct val="90000"/>
              </a:lnSpc>
              <a:spcBef>
                <a:spcPts val="0"/>
              </a:spcBef>
              <a:spcAft>
                <a:spcPts val="0"/>
              </a:spcAft>
              <a:buClr>
                <a:srgbClr val="000000"/>
              </a:buClr>
              <a:buSzPts val="2000"/>
              <a:buFont typeface="Arial"/>
              <a:buNone/>
            </a:pPr>
            <a:r>
              <a:rPr b="1" lang="en-US" sz="2000"/>
              <a:t>Overview of Loki</a:t>
            </a:r>
            <a:endParaRPr b="0" i="0" sz="1400" u="none" cap="none" strike="noStrike">
              <a:solidFill>
                <a:srgbClr val="000000"/>
              </a:solidFill>
              <a:latin typeface="Arial"/>
              <a:ea typeface="Arial"/>
              <a:cs typeface="Arial"/>
              <a:sym typeface="Arial"/>
            </a:endParaRPr>
          </a:p>
        </p:txBody>
      </p:sp>
      <p:sp>
        <p:nvSpPr>
          <p:cNvPr id="390" name="Google Shape;390;p2"/>
          <p:cNvSpPr txBox="1"/>
          <p:nvPr/>
        </p:nvSpPr>
        <p:spPr>
          <a:xfrm>
            <a:off x="346838" y="2461498"/>
            <a:ext cx="10978200" cy="46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91425" lIns="270000" spcFirstLastPara="1" rIns="270000" wrap="square" tIns="91425">
            <a:normAutofit/>
          </a:bodyPr>
          <a:lstStyle/>
          <a:p>
            <a:pPr indent="0" lvl="0" marL="0" marR="0" rtl="0" algn="l">
              <a:lnSpc>
                <a:spcPct val="90000"/>
              </a:lnSpc>
              <a:spcBef>
                <a:spcPts val="0"/>
              </a:spcBef>
              <a:spcAft>
                <a:spcPts val="0"/>
              </a:spcAft>
              <a:buClr>
                <a:srgbClr val="000000"/>
              </a:buClr>
              <a:buSzPts val="2000"/>
              <a:buFont typeface="Arial"/>
              <a:buNone/>
            </a:pPr>
            <a:r>
              <a:rPr b="1" lang="en-US" sz="2000"/>
              <a:t>Loki Working</a:t>
            </a:r>
            <a:endParaRPr b="1" i="0" sz="2000" u="none" cap="none" strike="noStrike">
              <a:solidFill>
                <a:srgbClr val="000000"/>
              </a:solidFill>
              <a:latin typeface="Arial"/>
              <a:ea typeface="Arial"/>
              <a:cs typeface="Arial"/>
              <a:sym typeface="Arial"/>
            </a:endParaRPr>
          </a:p>
        </p:txBody>
      </p:sp>
      <p:sp>
        <p:nvSpPr>
          <p:cNvPr id="391" name="Google Shape;391;p2"/>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392" name="Google Shape;392;p2"/>
          <p:cNvSpPr txBox="1"/>
          <p:nvPr/>
        </p:nvSpPr>
        <p:spPr>
          <a:xfrm>
            <a:off x="7159786" y="6301811"/>
            <a:ext cx="4114800" cy="220662"/>
          </a:xfrm>
          <a:prstGeom prst="rect">
            <a:avLst/>
          </a:prstGeom>
          <a:noFill/>
          <a:ln>
            <a:noFill/>
          </a:ln>
        </p:spPr>
        <p:txBody>
          <a:bodyPr anchorCtr="0" anchor="b" bIns="0" lIns="90000" spcFirstLastPara="1" rIns="90000" wrap="square" tIns="0">
            <a:noAutofit/>
          </a:bodyPr>
          <a:lstStyle/>
          <a:p>
            <a:pPr indent="0" lvl="0" marL="0" marR="0" rtl="0" algn="ctr">
              <a:lnSpc>
                <a:spcPct val="90000"/>
              </a:lnSpc>
              <a:spcBef>
                <a:spcPts val="0"/>
              </a:spcBef>
              <a:spcAft>
                <a:spcPts val="0"/>
              </a:spcAft>
              <a:buClr>
                <a:schemeClr val="lt1"/>
              </a:buClr>
              <a:buSzPts val="1200"/>
              <a:buFont typeface="Arial"/>
              <a:buNone/>
            </a:pPr>
            <a:r>
              <a:rPr b="0" i="0" lang="en-US" sz="12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93" name="Google Shape;393;p2"/>
          <p:cNvSpPr txBox="1"/>
          <p:nvPr/>
        </p:nvSpPr>
        <p:spPr>
          <a:xfrm>
            <a:off x="886968" y="3621024"/>
            <a:ext cx="0" cy="0"/>
          </a:xfrm>
          <a:prstGeom prst="rect">
            <a:avLst/>
          </a:prstGeom>
          <a:noFill/>
          <a:ln>
            <a:noFill/>
          </a:ln>
        </p:spPr>
        <p:txBody>
          <a:bodyPr anchorCtr="0" anchor="ctr" bIns="90000" lIns="90000" spcFirstLastPara="1" rIns="90000" wrap="square" tIns="90000">
            <a:noAutofit/>
          </a:bodyPr>
          <a:lstStyle/>
          <a:p>
            <a:pPr indent="0" lvl="0" marL="0" marR="0" rtl="0" algn="ctr">
              <a:lnSpc>
                <a:spcPct val="9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4" name="Google Shape;394;p2"/>
          <p:cNvSpPr txBox="1"/>
          <p:nvPr/>
        </p:nvSpPr>
        <p:spPr>
          <a:xfrm>
            <a:off x="749808" y="3621024"/>
            <a:ext cx="0" cy="0"/>
          </a:xfrm>
          <a:prstGeom prst="rect">
            <a:avLst/>
          </a:prstGeom>
          <a:noFill/>
          <a:ln>
            <a:noFill/>
          </a:ln>
        </p:spPr>
        <p:txBody>
          <a:bodyPr anchorCtr="0" anchor="ctr" bIns="90000" lIns="90000" spcFirstLastPara="1" rIns="90000" wrap="square" tIns="90000">
            <a:noAutofit/>
          </a:bodyPr>
          <a:lstStyle/>
          <a:p>
            <a:pPr indent="0" lvl="0" marL="0" marR="0" rtl="0" algn="ctr">
              <a:lnSpc>
                <a:spcPct val="9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5" name="Google Shape;395;p2"/>
          <p:cNvSpPr txBox="1"/>
          <p:nvPr/>
        </p:nvSpPr>
        <p:spPr>
          <a:xfrm>
            <a:off x="346824" y="3828642"/>
            <a:ext cx="10978200" cy="46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91425" lIns="270000" spcFirstLastPara="1" rIns="270000" wrap="square" tIns="91425">
            <a:normAutofit/>
          </a:bodyPr>
          <a:lstStyle/>
          <a:p>
            <a:pPr indent="0" lvl="0" marL="0" marR="0" rtl="0" algn="l">
              <a:lnSpc>
                <a:spcPct val="90000"/>
              </a:lnSpc>
              <a:spcBef>
                <a:spcPts val="0"/>
              </a:spcBef>
              <a:spcAft>
                <a:spcPts val="0"/>
              </a:spcAft>
              <a:buClr>
                <a:srgbClr val="000000"/>
              </a:buClr>
              <a:buSzPts val="2000"/>
              <a:buFont typeface="Arial"/>
              <a:buNone/>
            </a:pPr>
            <a:r>
              <a:rPr b="1" lang="en-US" sz="2000"/>
              <a:t>Comparison</a:t>
            </a:r>
            <a:r>
              <a:rPr b="1" lang="en-US" sz="2000"/>
              <a:t> between Loki, VictoriaLogs and Opensearch</a:t>
            </a:r>
            <a:endParaRPr b="0" i="0" sz="1400" u="none" cap="none" strike="noStrike">
              <a:solidFill>
                <a:srgbClr val="000000"/>
              </a:solidFill>
              <a:latin typeface="Arial"/>
              <a:ea typeface="Arial"/>
              <a:cs typeface="Arial"/>
              <a:sym typeface="Arial"/>
            </a:endParaRPr>
          </a:p>
        </p:txBody>
      </p:sp>
      <p:sp>
        <p:nvSpPr>
          <p:cNvPr id="396" name="Google Shape;396;p2"/>
          <p:cNvSpPr txBox="1"/>
          <p:nvPr/>
        </p:nvSpPr>
        <p:spPr>
          <a:xfrm>
            <a:off x="346814" y="3145075"/>
            <a:ext cx="10978200" cy="4686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91425" lIns="270000" spcFirstLastPara="1" rIns="270000" wrap="square" tIns="91425">
            <a:normAutofit/>
          </a:bodyPr>
          <a:lstStyle/>
          <a:p>
            <a:pPr indent="0" lvl="0" marL="0" marR="0" rtl="0" algn="l">
              <a:lnSpc>
                <a:spcPct val="90000"/>
              </a:lnSpc>
              <a:spcBef>
                <a:spcPts val="0"/>
              </a:spcBef>
              <a:spcAft>
                <a:spcPts val="0"/>
              </a:spcAft>
              <a:buClr>
                <a:srgbClr val="000000"/>
              </a:buClr>
              <a:buSzPts val="2000"/>
              <a:buFont typeface="Arial"/>
              <a:buNone/>
            </a:pPr>
            <a:r>
              <a:rPr b="1" lang="en-US" sz="2000"/>
              <a:t>Working of VictoriaLogs</a:t>
            </a:r>
            <a:endParaRPr b="1" i="0" sz="20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3b26e0f3f0_9_1"/>
          <p:cNvSpPr txBox="1"/>
          <p:nvPr>
            <p:ph idx="12" type="sldNum"/>
          </p:nvPr>
        </p:nvSpPr>
        <p:spPr>
          <a:xfrm>
            <a:off x="11202856" y="6301811"/>
            <a:ext cx="684300" cy="365100"/>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403" name="Google Shape;403;g33b26e0f3f0_9_1"/>
          <p:cNvSpPr txBox="1"/>
          <p:nvPr>
            <p:ph type="title"/>
          </p:nvPr>
        </p:nvSpPr>
        <p:spPr>
          <a:xfrm>
            <a:off x="285743" y="391852"/>
            <a:ext cx="11498400" cy="401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lt1"/>
              </a:buClr>
              <a:buSzPts val="2800"/>
              <a:buFont typeface="Arial"/>
              <a:buNone/>
            </a:pPr>
            <a:r>
              <a:rPr lang="en-US"/>
              <a:t>Architecture</a:t>
            </a:r>
            <a:endParaRPr/>
          </a:p>
        </p:txBody>
      </p:sp>
      <p:pic>
        <p:nvPicPr>
          <p:cNvPr id="404" name="Google Shape;404;g33b26e0f3f0_9_1" title="hpe_architechture.drawio (2).png"/>
          <p:cNvPicPr preferRelativeResize="0"/>
          <p:nvPr/>
        </p:nvPicPr>
        <p:blipFill>
          <a:blip r:embed="rId3">
            <a:alphaModFix/>
          </a:blip>
          <a:stretch>
            <a:fillRect/>
          </a:stretch>
        </p:blipFill>
        <p:spPr>
          <a:xfrm>
            <a:off x="285750" y="1100424"/>
            <a:ext cx="11513724" cy="5201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3b26e0f3f0_5_39"/>
          <p:cNvSpPr txBox="1"/>
          <p:nvPr>
            <p:ph idx="1" type="body"/>
          </p:nvPr>
        </p:nvSpPr>
        <p:spPr>
          <a:xfrm>
            <a:off x="272269" y="999150"/>
            <a:ext cx="5736900" cy="5096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400"/>
              </a:spcBef>
              <a:spcAft>
                <a:spcPts val="0"/>
              </a:spcAft>
              <a:buSzPts val="2200"/>
              <a:buNone/>
            </a:pPr>
            <a:r>
              <a:t/>
            </a:r>
            <a:endParaRPr sz="1000" u="sng"/>
          </a:p>
          <a:p>
            <a:pPr indent="-355600" lvl="0" marL="457200" rtl="0" algn="l">
              <a:lnSpc>
                <a:spcPct val="150000"/>
              </a:lnSpc>
              <a:spcBef>
                <a:spcPts val="400"/>
              </a:spcBef>
              <a:spcAft>
                <a:spcPts val="0"/>
              </a:spcAft>
              <a:buSzPts val="2000"/>
              <a:buChar char="●"/>
            </a:pPr>
            <a:r>
              <a:rPr lang="en-US" sz="2000"/>
              <a:t>A high-performance tool for collecting, filtering, and forwarding logs with minimal resource usage.</a:t>
            </a:r>
            <a:endParaRPr sz="2000"/>
          </a:p>
          <a:p>
            <a:pPr indent="-355600" lvl="0" marL="457200" rtl="0" algn="l">
              <a:lnSpc>
                <a:spcPct val="150000"/>
              </a:lnSpc>
              <a:spcBef>
                <a:spcPts val="0"/>
              </a:spcBef>
              <a:spcAft>
                <a:spcPts val="0"/>
              </a:spcAft>
              <a:buSzPts val="2000"/>
              <a:buChar char="●"/>
            </a:pPr>
            <a:r>
              <a:rPr lang="en-US" sz="2000"/>
              <a:t>Efficient, scalable, and integrates seamlessly with Kafka, Loki, and OpenSearch for log management</a:t>
            </a:r>
            <a:endParaRPr sz="2000"/>
          </a:p>
          <a:p>
            <a:pPr indent="-355600" lvl="0" marL="457200" rtl="0" algn="l">
              <a:lnSpc>
                <a:spcPct val="150000"/>
              </a:lnSpc>
              <a:spcBef>
                <a:spcPts val="0"/>
              </a:spcBef>
              <a:spcAft>
                <a:spcPts val="0"/>
              </a:spcAft>
              <a:buSzPts val="2000"/>
              <a:buChar char="●"/>
            </a:pPr>
            <a:r>
              <a:rPr lang="en-US" sz="2000"/>
              <a:t>Configured Fluent Bit to collect logs from the needed location</a:t>
            </a:r>
            <a:endParaRPr sz="2000"/>
          </a:p>
          <a:p>
            <a:pPr indent="-355600" lvl="0" marL="457200" rtl="0" algn="l">
              <a:lnSpc>
                <a:spcPct val="150000"/>
              </a:lnSpc>
              <a:spcBef>
                <a:spcPts val="400"/>
              </a:spcBef>
              <a:spcAft>
                <a:spcPts val="0"/>
              </a:spcAft>
              <a:buSzPts val="2000"/>
              <a:buChar char="●"/>
            </a:pPr>
            <a:r>
              <a:rPr lang="en-US" sz="2000"/>
              <a:t>Logs are sent to Kafka for further processing</a:t>
            </a:r>
            <a:endParaRPr sz="2000"/>
          </a:p>
          <a:p>
            <a:pPr indent="0" lvl="0" marL="457200" rtl="0" algn="l">
              <a:lnSpc>
                <a:spcPct val="150000"/>
              </a:lnSpc>
              <a:spcBef>
                <a:spcPts val="0"/>
              </a:spcBef>
              <a:spcAft>
                <a:spcPts val="0"/>
              </a:spcAft>
              <a:buNone/>
            </a:pPr>
            <a:r>
              <a:t/>
            </a:r>
            <a:endParaRPr sz="2300" u="sng"/>
          </a:p>
        </p:txBody>
      </p:sp>
      <p:sp>
        <p:nvSpPr>
          <p:cNvPr id="411" name="Google Shape;411;g33b26e0f3f0_5_39"/>
          <p:cNvSpPr txBox="1"/>
          <p:nvPr>
            <p:ph idx="12" type="sldNum"/>
          </p:nvPr>
        </p:nvSpPr>
        <p:spPr>
          <a:xfrm>
            <a:off x="11202856" y="6301811"/>
            <a:ext cx="684300" cy="365100"/>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rgbClr val="787871"/>
              </a:buClr>
              <a:buSzPts val="2400"/>
              <a:buFont typeface="Arial"/>
              <a:buNone/>
            </a:pPr>
            <a:fld id="{00000000-1234-1234-1234-123412341234}" type="slidenum">
              <a:rPr lang="en-US"/>
              <a:t>‹#›</a:t>
            </a:fld>
            <a:endParaRPr/>
          </a:p>
        </p:txBody>
      </p:sp>
      <p:sp>
        <p:nvSpPr>
          <p:cNvPr id="412" name="Google Shape;412;g33b26e0f3f0_5_39"/>
          <p:cNvSpPr txBox="1"/>
          <p:nvPr>
            <p:ph type="title"/>
          </p:nvPr>
        </p:nvSpPr>
        <p:spPr>
          <a:xfrm>
            <a:off x="285743" y="391852"/>
            <a:ext cx="11498400" cy="401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lt1"/>
              </a:buClr>
              <a:buSzPts val="2800"/>
              <a:buFont typeface="Arial"/>
              <a:buNone/>
            </a:pPr>
            <a:r>
              <a:rPr lang="en-US"/>
              <a:t>Overview of Pipeline - Fluent Bit</a:t>
            </a:r>
            <a:endParaRPr/>
          </a:p>
        </p:txBody>
      </p:sp>
      <p:sp>
        <p:nvSpPr>
          <p:cNvPr id="413" name="Google Shape;413;g33b26e0f3f0_5_39"/>
          <p:cNvSpPr txBox="1"/>
          <p:nvPr/>
        </p:nvSpPr>
        <p:spPr>
          <a:xfrm>
            <a:off x="7204036" y="6301936"/>
            <a:ext cx="4114800" cy="220800"/>
          </a:xfrm>
          <a:prstGeom prst="rect">
            <a:avLst/>
          </a:prstGeom>
          <a:noFill/>
          <a:ln>
            <a:noFill/>
          </a:ln>
        </p:spPr>
        <p:txBody>
          <a:bodyPr anchorCtr="0" anchor="b" bIns="0" lIns="90000" spcFirstLastPara="1" rIns="90000" wrap="square" tIns="0">
            <a:noAutofit/>
          </a:bodyPr>
          <a:lstStyle/>
          <a:p>
            <a:pPr indent="0" lvl="0" marL="0" marR="0" rtl="0" algn="r">
              <a:lnSpc>
                <a:spcPct val="90000"/>
              </a:lnSpc>
              <a:spcBef>
                <a:spcPts val="0"/>
              </a:spcBef>
              <a:spcAft>
                <a:spcPts val="0"/>
              </a:spcAft>
              <a:buClr>
                <a:schemeClr val="lt1"/>
              </a:buClr>
              <a:buSzPts val="1200"/>
              <a:buFont typeface="Arial"/>
              <a:buNone/>
            </a:pPr>
            <a:r>
              <a:rPr b="0" i="0" lang="en-US" sz="12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414" name="Google Shape;414;g33b26e0f3f0_5_39" title="Screenshot 2025-07-08 103634.png"/>
          <p:cNvPicPr preferRelativeResize="0"/>
          <p:nvPr/>
        </p:nvPicPr>
        <p:blipFill>
          <a:blip r:embed="rId3">
            <a:alphaModFix/>
          </a:blip>
          <a:stretch>
            <a:fillRect/>
          </a:stretch>
        </p:blipFill>
        <p:spPr>
          <a:xfrm>
            <a:off x="6232725" y="933450"/>
            <a:ext cx="5736875" cy="55310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3b26e0f3f0_6_11"/>
          <p:cNvSpPr txBox="1"/>
          <p:nvPr>
            <p:ph idx="1" type="body"/>
          </p:nvPr>
        </p:nvSpPr>
        <p:spPr>
          <a:xfrm>
            <a:off x="203425" y="992475"/>
            <a:ext cx="11594100" cy="56745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400"/>
              </a:spcBef>
              <a:spcAft>
                <a:spcPts val="0"/>
              </a:spcAft>
              <a:buClr>
                <a:schemeClr val="dk1"/>
              </a:buClr>
              <a:buSzPts val="1100"/>
              <a:buFont typeface="Arial"/>
              <a:buNone/>
            </a:pPr>
            <a:r>
              <a:t/>
            </a:r>
            <a:endParaRPr b="1" sz="2652" u="sng"/>
          </a:p>
          <a:p>
            <a:pPr indent="-368300" lvl="0" marL="457200" rtl="0" algn="l">
              <a:lnSpc>
                <a:spcPct val="150000"/>
              </a:lnSpc>
              <a:spcBef>
                <a:spcPts val="400"/>
              </a:spcBef>
              <a:spcAft>
                <a:spcPts val="0"/>
              </a:spcAft>
              <a:buSzPts val="2200"/>
              <a:buChar char="•"/>
            </a:pPr>
            <a:r>
              <a:rPr lang="en-US"/>
              <a:t>A distributed messaging system for real-time data streaming and event-driven architectures</a:t>
            </a:r>
            <a:endParaRPr/>
          </a:p>
          <a:p>
            <a:pPr indent="-368300" lvl="0" marL="457200" rtl="0" algn="l">
              <a:lnSpc>
                <a:spcPct val="150000"/>
              </a:lnSpc>
              <a:spcBef>
                <a:spcPts val="0"/>
              </a:spcBef>
              <a:spcAft>
                <a:spcPts val="0"/>
              </a:spcAft>
              <a:buSzPts val="2200"/>
              <a:buChar char="•"/>
            </a:pPr>
            <a:r>
              <a:rPr lang="en-US"/>
              <a:t>It provides high scalability, fault tolerance, and reliable message delivery for large-scale data processing.</a:t>
            </a:r>
            <a:endParaRPr/>
          </a:p>
          <a:p>
            <a:pPr indent="-368300" lvl="0" marL="457200" rtl="0" algn="l">
              <a:lnSpc>
                <a:spcPct val="150000"/>
              </a:lnSpc>
              <a:spcBef>
                <a:spcPts val="0"/>
              </a:spcBef>
              <a:spcAft>
                <a:spcPts val="0"/>
              </a:spcAft>
              <a:buSzPts val="2200"/>
              <a:buChar char="•"/>
            </a:pPr>
            <a:r>
              <a:rPr lang="en-US"/>
              <a:t>Logs from Fluent Bit are ingested into Kafka for decoupled, scalable processing</a:t>
            </a:r>
            <a:endParaRPr/>
          </a:p>
          <a:p>
            <a:pPr indent="0" lvl="0" marL="457200" rtl="0" algn="l">
              <a:lnSpc>
                <a:spcPct val="150000"/>
              </a:lnSpc>
              <a:spcBef>
                <a:spcPts val="0"/>
              </a:spcBef>
              <a:spcAft>
                <a:spcPts val="0"/>
              </a:spcAft>
              <a:buNone/>
            </a:pPr>
            <a:r>
              <a:t/>
            </a:r>
            <a:endParaRPr/>
          </a:p>
          <a:p>
            <a:pPr indent="0" lvl="0" marL="0" rtl="0" algn="l">
              <a:lnSpc>
                <a:spcPct val="90000"/>
              </a:lnSpc>
              <a:spcBef>
                <a:spcPts val="400"/>
              </a:spcBef>
              <a:spcAft>
                <a:spcPts val="0"/>
              </a:spcAft>
              <a:buSzPts val="2588"/>
              <a:buNone/>
            </a:pPr>
            <a:r>
              <a:t/>
            </a:r>
            <a:endParaRPr sz="2300"/>
          </a:p>
          <a:p>
            <a:pPr indent="0" lvl="0" marL="457200" rtl="0" algn="l">
              <a:lnSpc>
                <a:spcPct val="150000"/>
              </a:lnSpc>
              <a:spcBef>
                <a:spcPts val="0"/>
              </a:spcBef>
              <a:spcAft>
                <a:spcPts val="0"/>
              </a:spcAft>
              <a:buNone/>
            </a:pPr>
            <a:r>
              <a:t/>
            </a:r>
            <a:endParaRPr/>
          </a:p>
          <a:p>
            <a:pPr indent="0" lvl="0" marL="0" rtl="0" algn="l">
              <a:lnSpc>
                <a:spcPct val="90000"/>
              </a:lnSpc>
              <a:spcBef>
                <a:spcPts val="400"/>
              </a:spcBef>
              <a:spcAft>
                <a:spcPts val="0"/>
              </a:spcAft>
              <a:buSzPts val="2588"/>
              <a:buNone/>
            </a:pPr>
            <a:r>
              <a:t/>
            </a:r>
            <a:endParaRPr/>
          </a:p>
        </p:txBody>
      </p:sp>
      <p:sp>
        <p:nvSpPr>
          <p:cNvPr id="421" name="Google Shape;421;g33b26e0f3f0_6_11"/>
          <p:cNvSpPr txBox="1"/>
          <p:nvPr>
            <p:ph idx="12" type="sldNum"/>
          </p:nvPr>
        </p:nvSpPr>
        <p:spPr>
          <a:xfrm>
            <a:off x="11202856" y="6301811"/>
            <a:ext cx="684300" cy="365100"/>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rgbClr val="787871"/>
              </a:buClr>
              <a:buSzPts val="2400"/>
              <a:buFont typeface="Arial"/>
              <a:buNone/>
            </a:pPr>
            <a:fld id="{00000000-1234-1234-1234-123412341234}" type="slidenum">
              <a:rPr lang="en-US"/>
              <a:t>‹#›</a:t>
            </a:fld>
            <a:endParaRPr/>
          </a:p>
        </p:txBody>
      </p:sp>
      <p:sp>
        <p:nvSpPr>
          <p:cNvPr id="422" name="Google Shape;422;g33b26e0f3f0_6_11"/>
          <p:cNvSpPr txBox="1"/>
          <p:nvPr>
            <p:ph type="title"/>
          </p:nvPr>
        </p:nvSpPr>
        <p:spPr>
          <a:xfrm>
            <a:off x="285743" y="391852"/>
            <a:ext cx="11498400" cy="401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800"/>
              <a:buNone/>
            </a:pPr>
            <a:r>
              <a:rPr lang="en-US"/>
              <a:t>Apache Kafka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6d8e411367_1_1"/>
          <p:cNvSpPr txBox="1"/>
          <p:nvPr>
            <p:ph idx="1" type="body"/>
          </p:nvPr>
        </p:nvSpPr>
        <p:spPr>
          <a:xfrm>
            <a:off x="285750" y="999150"/>
            <a:ext cx="5693700" cy="5096700"/>
          </a:xfrm>
          <a:prstGeom prst="rect">
            <a:avLst/>
          </a:prstGeom>
        </p:spPr>
        <p:txBody>
          <a:bodyPr anchorCtr="0" anchor="t" bIns="91425" lIns="91425" spcFirstLastPara="1" rIns="91425" wrap="square" tIns="91425">
            <a:normAutofit/>
          </a:bodyPr>
          <a:lstStyle/>
          <a:p>
            <a:pPr indent="-368300" lvl="0" marL="457200" rtl="0" algn="l">
              <a:lnSpc>
                <a:spcPct val="150000"/>
              </a:lnSpc>
              <a:spcBef>
                <a:spcPts val="400"/>
              </a:spcBef>
              <a:spcAft>
                <a:spcPts val="0"/>
              </a:spcAft>
              <a:buSzPts val="2200"/>
              <a:buChar char="•"/>
            </a:pPr>
            <a:r>
              <a:rPr lang="en-US"/>
              <a:t>A server-side data processing pipeline that ingests, transforms, and forwards logs</a:t>
            </a:r>
            <a:endParaRPr/>
          </a:p>
          <a:p>
            <a:pPr indent="-368300" lvl="0" marL="457200" rtl="0" algn="l">
              <a:lnSpc>
                <a:spcPct val="150000"/>
              </a:lnSpc>
              <a:spcBef>
                <a:spcPts val="0"/>
              </a:spcBef>
              <a:spcAft>
                <a:spcPts val="0"/>
              </a:spcAft>
              <a:buSzPts val="2200"/>
              <a:buChar char="•"/>
            </a:pPr>
            <a:r>
              <a:rPr lang="en-US"/>
              <a:t>It supports powerful data transformation, integrates with various outputs, and ensures structured log processing</a:t>
            </a:r>
            <a:endParaRPr/>
          </a:p>
          <a:p>
            <a:pPr indent="-368300" lvl="0" marL="457200" rtl="0" algn="l">
              <a:lnSpc>
                <a:spcPct val="150000"/>
              </a:lnSpc>
              <a:spcBef>
                <a:spcPts val="0"/>
              </a:spcBef>
              <a:spcAft>
                <a:spcPts val="0"/>
              </a:spcAft>
              <a:buSzPts val="2200"/>
              <a:buChar char="•"/>
            </a:pPr>
            <a:r>
              <a:rPr lang="en-US"/>
              <a:t>Configured Logstash to consume logs from Kafka topics </a:t>
            </a:r>
            <a:endParaRPr/>
          </a:p>
          <a:p>
            <a:pPr indent="-368300" lvl="0" marL="457200" rtl="0" algn="l">
              <a:lnSpc>
                <a:spcPct val="150000"/>
              </a:lnSpc>
              <a:spcBef>
                <a:spcPts val="0"/>
              </a:spcBef>
              <a:spcAft>
                <a:spcPts val="0"/>
              </a:spcAft>
              <a:buSzPts val="2200"/>
              <a:buChar char="•"/>
            </a:pPr>
            <a:r>
              <a:rPr lang="en-US"/>
              <a:t>Logs are forwarded to Loki/VictoriaLogs for real-time analysis</a:t>
            </a:r>
            <a:endParaRPr/>
          </a:p>
        </p:txBody>
      </p:sp>
      <p:sp>
        <p:nvSpPr>
          <p:cNvPr id="429" name="Google Shape;429;g36d8e411367_1_1"/>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rgbClr val="787871"/>
              </a:buClr>
              <a:buSzPts val="2400"/>
              <a:buFont typeface="Arial"/>
              <a:buNone/>
            </a:pPr>
            <a:fld id="{00000000-1234-1234-1234-123412341234}" type="slidenum">
              <a:rPr lang="en-US"/>
              <a:t>‹#›</a:t>
            </a:fld>
            <a:endParaRPr/>
          </a:p>
        </p:txBody>
      </p:sp>
      <p:sp>
        <p:nvSpPr>
          <p:cNvPr id="430" name="Google Shape;430;g36d8e411367_1_1"/>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400"/>
              </a:spcBef>
              <a:spcAft>
                <a:spcPts val="0"/>
              </a:spcAft>
              <a:buClr>
                <a:schemeClr val="dk1"/>
              </a:buClr>
              <a:buSzPts val="2588"/>
              <a:buFont typeface="Arial"/>
              <a:buNone/>
            </a:pPr>
            <a:r>
              <a:rPr b="0" lang="en-US" sz="2300"/>
              <a:t>3. </a:t>
            </a:r>
            <a:r>
              <a:rPr lang="en-US" sz="2652" u="sng"/>
              <a:t>Logstash - Log Transformation &amp; Routing</a:t>
            </a:r>
            <a:endParaRPr/>
          </a:p>
        </p:txBody>
      </p:sp>
      <p:pic>
        <p:nvPicPr>
          <p:cNvPr id="431" name="Google Shape;431;g36d8e411367_1_1" title="Screenshot 2025-07-08 103705.png"/>
          <p:cNvPicPr preferRelativeResize="0"/>
          <p:nvPr/>
        </p:nvPicPr>
        <p:blipFill>
          <a:blip r:embed="rId3">
            <a:alphaModFix/>
          </a:blip>
          <a:stretch>
            <a:fillRect/>
          </a:stretch>
        </p:blipFill>
        <p:spPr>
          <a:xfrm>
            <a:off x="6193450" y="1097975"/>
            <a:ext cx="5693700" cy="52038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6befae6eda_0_0"/>
          <p:cNvSpPr txBox="1"/>
          <p:nvPr>
            <p:ph idx="1" type="body"/>
          </p:nvPr>
        </p:nvSpPr>
        <p:spPr>
          <a:xfrm>
            <a:off x="285750" y="999160"/>
            <a:ext cx="11525100" cy="5096700"/>
          </a:xfrm>
          <a:prstGeom prst="rect">
            <a:avLst/>
          </a:prstGeom>
        </p:spPr>
        <p:txBody>
          <a:bodyPr anchorCtr="0" anchor="t" bIns="91425" lIns="91425" spcFirstLastPara="1" rIns="91425" wrap="square" tIns="91425">
            <a:normAutofit/>
          </a:bodyPr>
          <a:lstStyle/>
          <a:p>
            <a:pPr indent="0" lvl="0" marL="0" rtl="0" algn="l">
              <a:lnSpc>
                <a:spcPct val="150000"/>
              </a:lnSpc>
              <a:spcBef>
                <a:spcPts val="400"/>
              </a:spcBef>
              <a:spcAft>
                <a:spcPts val="0"/>
              </a:spcAft>
              <a:buNone/>
            </a:pPr>
            <a:r>
              <a:rPr b="1" lang="en-US" sz="2000"/>
              <a:t>Grafana Dashboard</a:t>
            </a:r>
            <a:r>
              <a:rPr lang="en-US" sz="2000"/>
              <a:t> provides powerful, real-time visualization of logs, metrics, and traces.</a:t>
            </a:r>
            <a:endParaRPr sz="2000"/>
          </a:p>
          <a:p>
            <a:pPr indent="0" lvl="0" marL="0" rtl="0" algn="l">
              <a:lnSpc>
                <a:spcPct val="150000"/>
              </a:lnSpc>
              <a:spcBef>
                <a:spcPts val="400"/>
              </a:spcBef>
              <a:spcAft>
                <a:spcPts val="0"/>
              </a:spcAft>
              <a:buNone/>
            </a:pPr>
            <a:r>
              <a:rPr lang="en-US" sz="2000"/>
              <a:t>It supports integrations with OpenSearch, Loki,VictoriaLogs, and more for unified observability.</a:t>
            </a:r>
            <a:endParaRPr sz="2000"/>
          </a:p>
          <a:p>
            <a:pPr indent="0" lvl="0" marL="0" rtl="0" algn="l">
              <a:lnSpc>
                <a:spcPct val="150000"/>
              </a:lnSpc>
              <a:spcBef>
                <a:spcPts val="400"/>
              </a:spcBef>
              <a:spcAft>
                <a:spcPts val="0"/>
              </a:spcAft>
              <a:buNone/>
            </a:pPr>
            <a:r>
              <a:t/>
            </a:r>
            <a:endParaRPr sz="2000"/>
          </a:p>
          <a:p>
            <a:pPr indent="0" lvl="0" marL="0" rtl="0" algn="l">
              <a:lnSpc>
                <a:spcPct val="150000"/>
              </a:lnSpc>
              <a:spcBef>
                <a:spcPts val="400"/>
              </a:spcBef>
              <a:spcAft>
                <a:spcPts val="0"/>
              </a:spcAft>
              <a:buNone/>
            </a:pPr>
            <a:r>
              <a:t/>
            </a:r>
            <a:endParaRPr sz="2000"/>
          </a:p>
        </p:txBody>
      </p:sp>
      <p:sp>
        <p:nvSpPr>
          <p:cNvPr id="438" name="Google Shape;438;g36befae6eda_0_0"/>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rgbClr val="787871"/>
              </a:buClr>
              <a:buSzPts val="2400"/>
              <a:buFont typeface="Arial"/>
              <a:buNone/>
            </a:pPr>
            <a:fld id="{00000000-1234-1234-1234-123412341234}" type="slidenum">
              <a:rPr lang="en-US"/>
              <a:t>‹#›</a:t>
            </a:fld>
            <a:endParaRPr/>
          </a:p>
        </p:txBody>
      </p:sp>
      <p:sp>
        <p:nvSpPr>
          <p:cNvPr id="439" name="Google Shape;439;g36befae6eda_0_0"/>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Grafana Dashboard</a:t>
            </a:r>
            <a:endParaRPr/>
          </a:p>
        </p:txBody>
      </p:sp>
      <p:pic>
        <p:nvPicPr>
          <p:cNvPr id="440" name="Google Shape;440;g36befae6eda_0_0" title="image.png"/>
          <p:cNvPicPr preferRelativeResize="0"/>
          <p:nvPr/>
        </p:nvPicPr>
        <p:blipFill>
          <a:blip r:embed="rId3">
            <a:alphaModFix/>
          </a:blip>
          <a:stretch>
            <a:fillRect/>
          </a:stretch>
        </p:blipFill>
        <p:spPr>
          <a:xfrm>
            <a:off x="1821875" y="2221050"/>
            <a:ext cx="8330050" cy="3987674"/>
          </a:xfrm>
          <a:prstGeom prst="rect">
            <a:avLst/>
          </a:prstGeom>
          <a:noFill/>
          <a:ln>
            <a:noFill/>
          </a:ln>
        </p:spPr>
      </p:pic>
      <p:sp>
        <p:nvSpPr>
          <p:cNvPr id="441" name="Google Shape;441;g36befae6eda_0_0"/>
          <p:cNvSpPr txBox="1"/>
          <p:nvPr/>
        </p:nvSpPr>
        <p:spPr>
          <a:xfrm>
            <a:off x="3138050" y="6301750"/>
            <a:ext cx="7180800" cy="461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US" sz="1800">
                <a:solidFill>
                  <a:schemeClr val="lt1"/>
                </a:solidFill>
              </a:rPr>
              <a:t>           </a:t>
            </a:r>
            <a:r>
              <a:rPr lang="en-US" sz="1500">
                <a:solidFill>
                  <a:schemeClr val="lt1"/>
                </a:solidFill>
              </a:rPr>
              <a:t>Grafana Dashboard with Loki as Datasource</a:t>
            </a:r>
            <a:endParaRPr sz="15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6e22f3eb36_0_3"/>
          <p:cNvSpPr txBox="1"/>
          <p:nvPr>
            <p:ph idx="1" type="body"/>
          </p:nvPr>
        </p:nvSpPr>
        <p:spPr>
          <a:xfrm>
            <a:off x="285750" y="999160"/>
            <a:ext cx="11525100" cy="5096700"/>
          </a:xfrm>
          <a:prstGeom prst="rect">
            <a:avLst/>
          </a:prstGeom>
        </p:spPr>
        <p:txBody>
          <a:bodyPr anchorCtr="0" anchor="t" bIns="91425" lIns="91425" spcFirstLastPara="1" rIns="91425" wrap="square" tIns="91425">
            <a:normAutofit/>
          </a:bodyPr>
          <a:lstStyle/>
          <a:p>
            <a:pPr indent="0" lvl="0" marL="0" rtl="0" algn="l">
              <a:lnSpc>
                <a:spcPct val="150000"/>
              </a:lnSpc>
              <a:spcBef>
                <a:spcPts val="400"/>
              </a:spcBef>
              <a:spcAft>
                <a:spcPts val="0"/>
              </a:spcAft>
              <a:buNone/>
            </a:pPr>
            <a:r>
              <a:rPr lang="en-US"/>
              <a:t>With VictoriaLogs as a datasource in Grafana Dashboard only the logstash configuration file is changed</a:t>
            </a:r>
            <a:endParaRPr/>
          </a:p>
        </p:txBody>
      </p:sp>
      <p:sp>
        <p:nvSpPr>
          <p:cNvPr id="448" name="Google Shape;448;g36e22f3eb36_0_3"/>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rgbClr val="787871"/>
              </a:buClr>
              <a:buSzPts val="2400"/>
              <a:buFont typeface="Arial"/>
              <a:buNone/>
            </a:pPr>
            <a:fld id="{00000000-1234-1234-1234-123412341234}" type="slidenum">
              <a:rPr lang="en-US"/>
              <a:t>‹#›</a:t>
            </a:fld>
            <a:endParaRPr/>
          </a:p>
        </p:txBody>
      </p:sp>
      <p:sp>
        <p:nvSpPr>
          <p:cNvPr id="449" name="Google Shape;449;g36e22f3eb36_0_3"/>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Grafana Dashboard </a:t>
            </a:r>
            <a:endParaRPr/>
          </a:p>
        </p:txBody>
      </p:sp>
      <p:pic>
        <p:nvPicPr>
          <p:cNvPr id="450" name="Google Shape;450;g36e22f3eb36_0_3" title="WhatsApp Image 2025-07-08 at 13.33.01.jpeg"/>
          <p:cNvPicPr preferRelativeResize="0"/>
          <p:nvPr/>
        </p:nvPicPr>
        <p:blipFill>
          <a:blip r:embed="rId3">
            <a:alphaModFix/>
          </a:blip>
          <a:stretch>
            <a:fillRect/>
          </a:stretch>
        </p:blipFill>
        <p:spPr>
          <a:xfrm>
            <a:off x="1678475" y="1993975"/>
            <a:ext cx="8577351" cy="4003400"/>
          </a:xfrm>
          <a:prstGeom prst="rect">
            <a:avLst/>
          </a:prstGeom>
          <a:noFill/>
          <a:ln>
            <a:noFill/>
          </a:ln>
        </p:spPr>
      </p:pic>
      <p:sp>
        <p:nvSpPr>
          <p:cNvPr id="451" name="Google Shape;451;g36e22f3eb36_0_3"/>
          <p:cNvSpPr txBox="1"/>
          <p:nvPr/>
        </p:nvSpPr>
        <p:spPr>
          <a:xfrm>
            <a:off x="2843650" y="6222750"/>
            <a:ext cx="6754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rPr>
              <a:t>                Grafana Dashboard with VictoriaLogs as Datasource</a:t>
            </a:r>
            <a:endParaRPr sz="15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6d5a26939b_0_0"/>
          <p:cNvSpPr txBox="1"/>
          <p:nvPr>
            <p:ph idx="1" type="body"/>
          </p:nvPr>
        </p:nvSpPr>
        <p:spPr>
          <a:xfrm>
            <a:off x="381000" y="1205100"/>
            <a:ext cx="11416500" cy="48909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18750"/>
              </a:lnSpc>
              <a:spcBef>
                <a:spcPts val="0"/>
              </a:spcBef>
              <a:spcAft>
                <a:spcPts val="0"/>
              </a:spcAft>
              <a:buSzPts val="2400"/>
              <a:buNone/>
            </a:pPr>
            <a:r>
              <a:rPr b="1" lang="en-US" sz="2000"/>
              <a:t>Grafana Loki</a:t>
            </a:r>
            <a:r>
              <a:rPr lang="en-US" sz="2000"/>
              <a:t> is a cutting-edge, cloud-native log aggregation system engineered for scalability, efficiency, and cost savings. It enables robust observability at scale, seamlessly integrating with Grafana for enhanced monitoring and visualization. </a:t>
            </a:r>
            <a:endParaRPr sz="2000"/>
          </a:p>
          <a:p>
            <a:pPr indent="0" lvl="0" marL="0" rtl="0" algn="l">
              <a:lnSpc>
                <a:spcPct val="118750"/>
              </a:lnSpc>
              <a:spcBef>
                <a:spcPts val="0"/>
              </a:spcBef>
              <a:spcAft>
                <a:spcPts val="0"/>
              </a:spcAft>
              <a:buSzPts val="2400"/>
              <a:buNone/>
            </a:pPr>
            <a:r>
              <a:rPr lang="en-US" sz="2000"/>
              <a:t>Introduced by </a:t>
            </a:r>
            <a:r>
              <a:rPr b="1" lang="en-US" sz="2000"/>
              <a:t>Grafana Labs in December 2018.</a:t>
            </a:r>
            <a:endParaRPr b="1" sz="2000"/>
          </a:p>
          <a:p>
            <a:pPr indent="0" lvl="0" marL="0" rtl="0" algn="l">
              <a:lnSpc>
                <a:spcPct val="118750"/>
              </a:lnSpc>
              <a:spcBef>
                <a:spcPts val="0"/>
              </a:spcBef>
              <a:spcAft>
                <a:spcPts val="0"/>
              </a:spcAft>
              <a:buSzPts val="2400"/>
              <a:buNone/>
            </a:pPr>
            <a:r>
              <a:t/>
            </a:r>
            <a:endParaRPr b="1" sz="2000"/>
          </a:p>
          <a:p>
            <a:pPr indent="-355600" lvl="0" marL="457200" rtl="0" algn="l">
              <a:lnSpc>
                <a:spcPct val="100000"/>
              </a:lnSpc>
              <a:spcBef>
                <a:spcPts val="0"/>
              </a:spcBef>
              <a:spcAft>
                <a:spcPts val="0"/>
              </a:spcAft>
              <a:buSzPts val="2000"/>
              <a:buChar char="•"/>
            </a:pPr>
            <a:r>
              <a:rPr lang="en-US" sz="2000"/>
              <a:t>Open-source and horizontally scalable</a:t>
            </a:r>
            <a:endParaRPr sz="2000"/>
          </a:p>
          <a:p>
            <a:pPr indent="-355600" lvl="0" marL="457200" rtl="0" algn="l">
              <a:lnSpc>
                <a:spcPct val="100000"/>
              </a:lnSpc>
              <a:spcBef>
                <a:spcPts val="1000"/>
              </a:spcBef>
              <a:spcAft>
                <a:spcPts val="0"/>
              </a:spcAft>
              <a:buSzPts val="2000"/>
              <a:buChar char="•"/>
            </a:pPr>
            <a:r>
              <a:rPr lang="en-US" sz="2000"/>
              <a:t>Label-based indexing (metadata-only) ensures efficient storage</a:t>
            </a:r>
            <a:endParaRPr sz="2000"/>
          </a:p>
          <a:p>
            <a:pPr indent="-355600" lvl="0" marL="457200" rtl="0" algn="l">
              <a:lnSpc>
                <a:spcPct val="100000"/>
              </a:lnSpc>
              <a:spcBef>
                <a:spcPts val="1000"/>
              </a:spcBef>
              <a:spcAft>
                <a:spcPts val="0"/>
              </a:spcAft>
              <a:buSzPts val="2000"/>
              <a:buChar char="•"/>
            </a:pPr>
            <a:r>
              <a:rPr lang="en-US" sz="2000"/>
              <a:t>Fully compatible with Prometheus monitoring workflows</a:t>
            </a:r>
            <a:endParaRPr sz="2000"/>
          </a:p>
          <a:p>
            <a:pPr indent="-355600" lvl="0" marL="457200" rtl="0" algn="l">
              <a:lnSpc>
                <a:spcPct val="100000"/>
              </a:lnSpc>
              <a:spcBef>
                <a:spcPts val="1000"/>
              </a:spcBef>
              <a:spcAft>
                <a:spcPts val="0"/>
              </a:spcAft>
              <a:buSzPts val="2000"/>
              <a:buChar char="•"/>
            </a:pPr>
            <a:r>
              <a:rPr lang="en-US" sz="2000"/>
              <a:t>Perfectly suited for cloud-native, multi-tenant, and Kubernetes environments</a:t>
            </a:r>
            <a:endParaRPr b="1" sz="2600"/>
          </a:p>
          <a:p>
            <a:pPr indent="0" lvl="0" marL="0" rtl="0" algn="l">
              <a:lnSpc>
                <a:spcPct val="118750"/>
              </a:lnSpc>
              <a:spcBef>
                <a:spcPts val="1000"/>
              </a:spcBef>
              <a:spcAft>
                <a:spcPts val="0"/>
              </a:spcAft>
              <a:buClr>
                <a:srgbClr val="272525"/>
              </a:buClr>
              <a:buSzPts val="2400"/>
              <a:buFont typeface="Inter"/>
              <a:buNone/>
            </a:pPr>
            <a:r>
              <a:t/>
            </a:r>
            <a:endParaRPr sz="2000"/>
          </a:p>
        </p:txBody>
      </p:sp>
      <p:sp>
        <p:nvSpPr>
          <p:cNvPr id="458" name="Google Shape;458;g36d5a26939b_0_0"/>
          <p:cNvSpPr txBox="1"/>
          <p:nvPr>
            <p:ph idx="12" type="sldNum"/>
          </p:nvPr>
        </p:nvSpPr>
        <p:spPr>
          <a:xfrm>
            <a:off x="11202856" y="6301811"/>
            <a:ext cx="684300" cy="365100"/>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rgbClr val="787871"/>
              </a:buClr>
              <a:buSzPts val="2400"/>
              <a:buFont typeface="Arial"/>
              <a:buNone/>
            </a:pPr>
            <a:fld id="{00000000-1234-1234-1234-123412341234}" type="slidenum">
              <a:rPr lang="en-US"/>
              <a:t>‹#›</a:t>
            </a:fld>
            <a:endParaRPr/>
          </a:p>
        </p:txBody>
      </p:sp>
      <p:sp>
        <p:nvSpPr>
          <p:cNvPr id="459" name="Google Shape;459;g36d5a26939b_0_0"/>
          <p:cNvSpPr txBox="1"/>
          <p:nvPr>
            <p:ph type="title"/>
          </p:nvPr>
        </p:nvSpPr>
        <p:spPr>
          <a:xfrm>
            <a:off x="285743" y="391852"/>
            <a:ext cx="11498400" cy="401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800"/>
              <a:buNone/>
            </a:pPr>
            <a:r>
              <a:rPr lang="en-US"/>
              <a:t>Grafana Loki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
          <p:cNvSpPr txBox="1"/>
          <p:nvPr>
            <p:ph idx="12" type="sldNum"/>
          </p:nvPr>
        </p:nvSpPr>
        <p:spPr>
          <a:xfrm>
            <a:off x="11202856" y="6301811"/>
            <a:ext cx="684344" cy="365125"/>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465" name="Google Shape;465;p7"/>
          <p:cNvSpPr txBox="1"/>
          <p:nvPr>
            <p:ph idx="1" type="body"/>
          </p:nvPr>
        </p:nvSpPr>
        <p:spPr>
          <a:xfrm>
            <a:off x="381000" y="1204957"/>
            <a:ext cx="11403014" cy="4891802"/>
          </a:xfrm>
          <a:prstGeom prst="rect">
            <a:avLst/>
          </a:prstGeom>
          <a:noFill/>
          <a:ln>
            <a:noFill/>
          </a:ln>
        </p:spPr>
        <p:txBody>
          <a:bodyPr anchorCtr="0" anchor="t" bIns="91425" lIns="0" spcFirstLastPara="1" rIns="0" wrap="square" tIns="91425">
            <a:normAutofit/>
          </a:bodyPr>
          <a:lstStyle/>
          <a:p>
            <a:pPr indent="0" lvl="0" marL="0" rtl="0" algn="l">
              <a:lnSpc>
                <a:spcPct val="90000"/>
              </a:lnSpc>
              <a:spcBef>
                <a:spcPts val="0"/>
              </a:spcBef>
              <a:spcAft>
                <a:spcPts val="0"/>
              </a:spcAft>
              <a:buClr>
                <a:schemeClr val="lt1"/>
              </a:buClr>
              <a:buSzPts val="2600"/>
              <a:buNone/>
            </a:pPr>
            <a:r>
              <a:t/>
            </a:r>
            <a:endParaRPr sz="2400"/>
          </a:p>
          <a:p>
            <a:pPr indent="0" lvl="0" marL="0" rtl="0" algn="l">
              <a:lnSpc>
                <a:spcPct val="90000"/>
              </a:lnSpc>
              <a:spcBef>
                <a:spcPts val="400"/>
              </a:spcBef>
              <a:spcAft>
                <a:spcPts val="0"/>
              </a:spcAft>
              <a:buClr>
                <a:schemeClr val="lt1"/>
              </a:buClr>
              <a:buSzPts val="2200"/>
              <a:buNone/>
            </a:pPr>
            <a:r>
              <a:t/>
            </a:r>
            <a:endParaRPr/>
          </a:p>
          <a:p>
            <a:pPr indent="0" lvl="0" marL="0" rtl="0" algn="l">
              <a:lnSpc>
                <a:spcPct val="90000"/>
              </a:lnSpc>
              <a:spcBef>
                <a:spcPts val="400"/>
              </a:spcBef>
              <a:spcAft>
                <a:spcPts val="0"/>
              </a:spcAft>
              <a:buClr>
                <a:schemeClr val="lt1"/>
              </a:buClr>
              <a:buSzPts val="2200"/>
              <a:buNone/>
            </a:pPr>
            <a:r>
              <a:t/>
            </a:r>
            <a:endParaRPr/>
          </a:p>
          <a:p>
            <a:pPr indent="0" lvl="0" marL="0" rtl="0" algn="l">
              <a:lnSpc>
                <a:spcPct val="90000"/>
              </a:lnSpc>
              <a:spcBef>
                <a:spcPts val="400"/>
              </a:spcBef>
              <a:spcAft>
                <a:spcPts val="0"/>
              </a:spcAft>
              <a:buClr>
                <a:schemeClr val="lt1"/>
              </a:buClr>
              <a:buSzPts val="2200"/>
              <a:buNone/>
            </a:pPr>
            <a:r>
              <a:t/>
            </a:r>
            <a:endParaRPr/>
          </a:p>
        </p:txBody>
      </p:sp>
      <p:sp>
        <p:nvSpPr>
          <p:cNvPr id="466" name="Google Shape;466;p7"/>
          <p:cNvSpPr txBox="1"/>
          <p:nvPr>
            <p:ph type="title"/>
          </p:nvPr>
        </p:nvSpPr>
        <p:spPr>
          <a:xfrm>
            <a:off x="285743" y="391852"/>
            <a:ext cx="11498270" cy="401362"/>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lt1"/>
              </a:buClr>
              <a:buSzPts val="2800"/>
              <a:buFont typeface="Arial"/>
              <a:buNone/>
            </a:pPr>
            <a:r>
              <a:rPr lang="en-US"/>
              <a:t>Core Components</a:t>
            </a:r>
            <a:endParaRPr/>
          </a:p>
        </p:txBody>
      </p:sp>
      <p:graphicFrame>
        <p:nvGraphicFramePr>
          <p:cNvPr id="467" name="Google Shape;467;p7"/>
          <p:cNvGraphicFramePr/>
          <p:nvPr/>
        </p:nvGraphicFramePr>
        <p:xfrm>
          <a:off x="570550" y="1071575"/>
          <a:ext cx="3000000" cy="3000000"/>
        </p:xfrm>
        <a:graphic>
          <a:graphicData uri="http://schemas.openxmlformats.org/drawingml/2006/table">
            <a:tbl>
              <a:tblPr>
                <a:noFill/>
                <a:tableStyleId>{09C7D50C-2FA1-4F18-BF53-A6209DE86074}</a:tableStyleId>
              </a:tblPr>
              <a:tblGrid>
                <a:gridCol w="3149225"/>
                <a:gridCol w="7483075"/>
              </a:tblGrid>
              <a:tr h="574700">
                <a:tc>
                  <a:txBody>
                    <a:bodyPr/>
                    <a:lstStyle/>
                    <a:p>
                      <a:pPr indent="0" lvl="0" marL="0" rtl="0" algn="ctr">
                        <a:spcBef>
                          <a:spcPts val="0"/>
                        </a:spcBef>
                        <a:spcAft>
                          <a:spcPts val="0"/>
                        </a:spcAft>
                        <a:buNone/>
                      </a:pPr>
                      <a:r>
                        <a:rPr b="1" lang="en-US" sz="2000">
                          <a:solidFill>
                            <a:schemeClr val="lt1"/>
                          </a:solidFill>
                        </a:rPr>
                        <a:t>Component</a:t>
                      </a:r>
                      <a:endParaRPr b="1" sz="2000">
                        <a:solidFill>
                          <a:schemeClr val="lt1"/>
                        </a:solidFill>
                      </a:endParaRPr>
                    </a:p>
                  </a:txBody>
                  <a:tcPr marT="91425" marB="91425" marR="91425" marL="91425"/>
                </a:tc>
                <a:tc>
                  <a:txBody>
                    <a:bodyPr/>
                    <a:lstStyle/>
                    <a:p>
                      <a:pPr indent="0" lvl="0" marL="0" rtl="0" algn="ctr">
                        <a:spcBef>
                          <a:spcPts val="0"/>
                        </a:spcBef>
                        <a:spcAft>
                          <a:spcPts val="0"/>
                        </a:spcAft>
                        <a:buNone/>
                      </a:pPr>
                      <a:r>
                        <a:rPr b="1" lang="en-US" sz="2000">
                          <a:solidFill>
                            <a:schemeClr val="lt1"/>
                          </a:solidFill>
                          <a:highlight>
                            <a:schemeClr val="dk1"/>
                          </a:highlight>
                        </a:rPr>
                        <a:t>Role</a:t>
                      </a:r>
                      <a:endParaRPr b="1" sz="2000">
                        <a:solidFill>
                          <a:schemeClr val="lt1"/>
                        </a:solidFill>
                        <a:highlight>
                          <a:schemeClr val="dk1"/>
                        </a:highlight>
                      </a:endParaRPr>
                    </a:p>
                  </a:txBody>
                  <a:tcPr marT="91425" marB="91425" marR="91425" marL="91425"/>
                </a:tc>
              </a:tr>
              <a:tr h="574700">
                <a:tc>
                  <a:txBody>
                    <a:bodyPr/>
                    <a:lstStyle/>
                    <a:p>
                      <a:pPr indent="0" lvl="0" marL="0" rtl="0" algn="l">
                        <a:spcBef>
                          <a:spcPts val="0"/>
                        </a:spcBef>
                        <a:spcAft>
                          <a:spcPts val="0"/>
                        </a:spcAft>
                        <a:buNone/>
                      </a:pPr>
                      <a:r>
                        <a:rPr lang="en-US" sz="2000">
                          <a:solidFill>
                            <a:schemeClr val="lt1"/>
                          </a:solidFill>
                        </a:rPr>
                        <a:t>Distributor</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Validates and routes logs via consistent hashing</a:t>
                      </a:r>
                      <a:endParaRPr sz="2000">
                        <a:solidFill>
                          <a:schemeClr val="lt1"/>
                        </a:solidFill>
                      </a:endParaRPr>
                    </a:p>
                  </a:txBody>
                  <a:tcPr marT="91425" marB="91425" marR="91425" marL="91425"/>
                </a:tc>
              </a:tr>
              <a:tr h="927525">
                <a:tc>
                  <a:txBody>
                    <a:bodyPr/>
                    <a:lstStyle/>
                    <a:p>
                      <a:pPr indent="0" lvl="0" marL="0" rtl="0" algn="l">
                        <a:spcBef>
                          <a:spcPts val="0"/>
                        </a:spcBef>
                        <a:spcAft>
                          <a:spcPts val="0"/>
                        </a:spcAft>
                        <a:buNone/>
                      </a:pPr>
                      <a:r>
                        <a:rPr lang="en-US" sz="2000">
                          <a:solidFill>
                            <a:schemeClr val="lt1"/>
                          </a:solidFill>
                        </a:rPr>
                        <a:t>Ingester</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Temporarily buffers logs and writes to storage</a:t>
                      </a:r>
                      <a:endParaRPr sz="2000">
                        <a:solidFill>
                          <a:schemeClr val="lt1"/>
                        </a:solidFill>
                      </a:endParaRPr>
                    </a:p>
                    <a:p>
                      <a:pPr indent="0" lvl="0" marL="0" rtl="0" algn="l">
                        <a:spcBef>
                          <a:spcPts val="0"/>
                        </a:spcBef>
                        <a:spcAft>
                          <a:spcPts val="0"/>
                        </a:spcAft>
                        <a:buNone/>
                      </a:pPr>
                      <a:r>
                        <a:t/>
                      </a:r>
                      <a:endParaRPr sz="2000"/>
                    </a:p>
                  </a:txBody>
                  <a:tcPr marT="91425" marB="91425" marR="91425" marL="91425"/>
                </a:tc>
              </a:tr>
              <a:tr h="781625">
                <a:tc>
                  <a:txBody>
                    <a:bodyPr/>
                    <a:lstStyle/>
                    <a:p>
                      <a:pPr indent="0" lvl="0" marL="0" rtl="0" algn="l">
                        <a:spcBef>
                          <a:spcPts val="0"/>
                        </a:spcBef>
                        <a:spcAft>
                          <a:spcPts val="0"/>
                        </a:spcAft>
                        <a:buNone/>
                      </a:pPr>
                      <a:r>
                        <a:rPr lang="en-US" sz="2000">
                          <a:solidFill>
                            <a:schemeClr val="lt1"/>
                          </a:solidFill>
                        </a:rPr>
                        <a:t>Querier</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Retrieves log data from ingesters and storage</a:t>
                      </a:r>
                      <a:endParaRPr sz="2000">
                        <a:solidFill>
                          <a:schemeClr val="lt1"/>
                        </a:solidFill>
                      </a:endParaRPr>
                    </a:p>
                    <a:p>
                      <a:pPr indent="0" lvl="0" marL="0" rtl="0" algn="l">
                        <a:spcBef>
                          <a:spcPts val="0"/>
                        </a:spcBef>
                        <a:spcAft>
                          <a:spcPts val="0"/>
                        </a:spcAft>
                        <a:buNone/>
                      </a:pPr>
                      <a:r>
                        <a:t/>
                      </a:r>
                      <a:endParaRPr sz="2000"/>
                    </a:p>
                  </a:txBody>
                  <a:tcPr marT="91425" marB="91425" marR="91425" marL="91425"/>
                </a:tc>
              </a:tr>
              <a:tr h="574700">
                <a:tc>
                  <a:txBody>
                    <a:bodyPr/>
                    <a:lstStyle/>
                    <a:p>
                      <a:pPr indent="0" lvl="0" marL="0" rtl="0" algn="l">
                        <a:spcBef>
                          <a:spcPts val="0"/>
                        </a:spcBef>
                        <a:spcAft>
                          <a:spcPts val="0"/>
                        </a:spcAft>
                        <a:buNone/>
                      </a:pPr>
                      <a:r>
                        <a:rPr lang="en-US" sz="2000">
                          <a:solidFill>
                            <a:schemeClr val="lt1"/>
                          </a:solidFill>
                        </a:rPr>
                        <a:t>Query Frontend</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Load-balances and parallelizes queries</a:t>
                      </a:r>
                      <a:endParaRPr sz="2000">
                        <a:solidFill>
                          <a:schemeClr val="lt1"/>
                        </a:solidFill>
                      </a:endParaRPr>
                    </a:p>
                  </a:txBody>
                  <a:tcPr marT="91425" marB="91425" marR="91425" marL="91425"/>
                </a:tc>
              </a:tr>
              <a:tr h="574700">
                <a:tc>
                  <a:txBody>
                    <a:bodyPr/>
                    <a:lstStyle/>
                    <a:p>
                      <a:pPr indent="0" lvl="0" marL="0" rtl="0" algn="l">
                        <a:spcBef>
                          <a:spcPts val="0"/>
                        </a:spcBef>
                        <a:spcAft>
                          <a:spcPts val="0"/>
                        </a:spcAft>
                        <a:buNone/>
                      </a:pPr>
                      <a:r>
                        <a:rPr lang="en-US" sz="2000">
                          <a:solidFill>
                            <a:schemeClr val="lt1"/>
                          </a:solidFill>
                        </a:rPr>
                        <a:t>Ruler</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Evaluates and triggers alerting rules</a:t>
                      </a:r>
                      <a:endParaRPr sz="2000">
                        <a:solidFill>
                          <a:schemeClr val="lt1"/>
                        </a:solidFill>
                      </a:endParaRPr>
                    </a:p>
                  </a:txBody>
                  <a:tcPr marT="91425" marB="91425" marR="91425" marL="91425"/>
                </a:tc>
              </a:tr>
              <a:tr h="674475">
                <a:tc>
                  <a:txBody>
                    <a:bodyPr/>
                    <a:lstStyle/>
                    <a:p>
                      <a:pPr indent="0" lvl="0" marL="0" rtl="0" algn="l">
                        <a:spcBef>
                          <a:spcPts val="0"/>
                        </a:spcBef>
                        <a:spcAft>
                          <a:spcPts val="0"/>
                        </a:spcAft>
                        <a:buNone/>
                      </a:pPr>
                      <a:r>
                        <a:rPr lang="en-US" sz="2000">
                          <a:solidFill>
                            <a:schemeClr val="lt1"/>
                          </a:solidFill>
                        </a:rPr>
                        <a:t>Compactor</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Deduplicates and compresses stored log chunks</a:t>
                      </a:r>
                      <a:endParaRPr sz="2000">
                        <a:solidFill>
                          <a:schemeClr val="lt1"/>
                        </a:solidFill>
                      </a:endParaRPr>
                    </a:p>
                    <a:p>
                      <a:pPr indent="0" lvl="0" marL="0" rtl="0" algn="l">
                        <a:spcBef>
                          <a:spcPts val="0"/>
                        </a:spcBef>
                        <a:spcAft>
                          <a:spcPts val="0"/>
                        </a:spcAft>
                        <a:buNone/>
                      </a:pPr>
                      <a:r>
                        <a:t/>
                      </a:r>
                      <a:endParaRPr sz="2000"/>
                    </a:p>
                  </a:txBody>
                  <a:tcPr marT="91425" marB="91425" marR="91425" marL="91425"/>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6d5a26939b_0_13"/>
          <p:cNvSpPr txBox="1"/>
          <p:nvPr>
            <p:ph idx="12" type="sldNum"/>
          </p:nvPr>
        </p:nvSpPr>
        <p:spPr>
          <a:xfrm>
            <a:off x="11202856" y="6301811"/>
            <a:ext cx="684300" cy="365100"/>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473" name="Google Shape;473;g36d5a26939b_0_13"/>
          <p:cNvSpPr txBox="1"/>
          <p:nvPr>
            <p:ph idx="1" type="body"/>
          </p:nvPr>
        </p:nvSpPr>
        <p:spPr>
          <a:xfrm>
            <a:off x="381000" y="1204950"/>
            <a:ext cx="6420000" cy="4891800"/>
          </a:xfrm>
          <a:prstGeom prst="rect">
            <a:avLst/>
          </a:prstGeom>
          <a:noFill/>
          <a:ln>
            <a:noFill/>
          </a:ln>
        </p:spPr>
        <p:txBody>
          <a:bodyPr anchorCtr="0" anchor="t" bIns="91425" lIns="0" spcFirstLastPara="1" rIns="0" wrap="square" tIns="91425">
            <a:normAutofit lnSpcReduction="10000"/>
          </a:bodyPr>
          <a:lstStyle/>
          <a:p>
            <a:pPr indent="-342900" lvl="0" marL="342900" rtl="0" algn="l">
              <a:lnSpc>
                <a:spcPct val="142500"/>
              </a:lnSpc>
              <a:spcBef>
                <a:spcPts val="0"/>
              </a:spcBef>
              <a:spcAft>
                <a:spcPts val="0"/>
              </a:spcAft>
              <a:buClr>
                <a:schemeClr val="lt1"/>
              </a:buClr>
              <a:buSzPts val="2000"/>
              <a:buFont typeface="Calibri"/>
              <a:buAutoNum type="arabicPeriod"/>
            </a:pPr>
            <a:r>
              <a:rPr b="1" lang="en-US" sz="2000"/>
              <a:t>Log Collection</a:t>
            </a:r>
            <a:r>
              <a:rPr lang="en-US" sz="2000"/>
              <a:t> – Logs are gathered via Fluent Bit, or Logstash</a:t>
            </a:r>
            <a:endParaRPr sz="2000"/>
          </a:p>
          <a:p>
            <a:pPr indent="0" lvl="0" marL="0" rtl="0" algn="l">
              <a:lnSpc>
                <a:spcPct val="90000"/>
              </a:lnSpc>
              <a:spcBef>
                <a:spcPts val="0"/>
              </a:spcBef>
              <a:spcAft>
                <a:spcPts val="0"/>
              </a:spcAft>
              <a:buClr>
                <a:schemeClr val="lt1"/>
              </a:buClr>
              <a:buSzPts val="2600"/>
              <a:buNone/>
            </a:pPr>
            <a:r>
              <a:t/>
            </a:r>
            <a:endParaRPr sz="2000"/>
          </a:p>
          <a:p>
            <a:pPr indent="-342900" lvl="0" marL="342900" rtl="0" algn="l">
              <a:lnSpc>
                <a:spcPct val="142500"/>
              </a:lnSpc>
              <a:spcBef>
                <a:spcPts val="0"/>
              </a:spcBef>
              <a:spcAft>
                <a:spcPts val="0"/>
              </a:spcAft>
              <a:buClr>
                <a:schemeClr val="lt1"/>
              </a:buClr>
              <a:buSzPts val="2000"/>
              <a:buFont typeface="Calibri"/>
              <a:buAutoNum type="arabicPeriod" startAt="2"/>
            </a:pPr>
            <a:r>
              <a:rPr b="1" lang="en-US" sz="2000"/>
              <a:t>Distribution</a:t>
            </a:r>
            <a:r>
              <a:rPr lang="en-US" sz="2000"/>
              <a:t> – The Distributor ensures validated, load-balanced routing</a:t>
            </a:r>
            <a:endParaRPr sz="2000"/>
          </a:p>
          <a:p>
            <a:pPr indent="-342900" lvl="0" marL="342900" rtl="0" algn="l">
              <a:lnSpc>
                <a:spcPct val="142500"/>
              </a:lnSpc>
              <a:spcBef>
                <a:spcPts val="0"/>
              </a:spcBef>
              <a:spcAft>
                <a:spcPts val="0"/>
              </a:spcAft>
              <a:buClr>
                <a:schemeClr val="dk1"/>
              </a:buClr>
              <a:buSzPts val="2000"/>
              <a:buAutoNum type="arabicPeriod" startAt="2"/>
            </a:pPr>
            <a:r>
              <a:t/>
            </a:r>
            <a:endParaRPr sz="2000"/>
          </a:p>
          <a:p>
            <a:pPr indent="-342900" lvl="0" marL="342900" rtl="0" algn="l">
              <a:lnSpc>
                <a:spcPct val="142500"/>
              </a:lnSpc>
              <a:spcBef>
                <a:spcPts val="0"/>
              </a:spcBef>
              <a:spcAft>
                <a:spcPts val="0"/>
              </a:spcAft>
              <a:buClr>
                <a:schemeClr val="lt1"/>
              </a:buClr>
              <a:buSzPts val="2000"/>
              <a:buFont typeface="Calibri"/>
              <a:buAutoNum type="arabicPeriod" startAt="3"/>
            </a:pPr>
            <a:r>
              <a:rPr b="1" lang="en-US" sz="2000"/>
              <a:t>Ingestion</a:t>
            </a:r>
            <a:r>
              <a:rPr lang="en-US" sz="2000"/>
              <a:t> – Logs are ingested in-memory, chunked, and persisted to object storage</a:t>
            </a:r>
            <a:endParaRPr sz="2000"/>
          </a:p>
          <a:p>
            <a:pPr indent="0" lvl="0" marL="0" rtl="0" algn="l">
              <a:lnSpc>
                <a:spcPct val="90000"/>
              </a:lnSpc>
              <a:spcBef>
                <a:spcPts val="400"/>
              </a:spcBef>
              <a:spcAft>
                <a:spcPts val="0"/>
              </a:spcAft>
              <a:buClr>
                <a:schemeClr val="lt1"/>
              </a:buClr>
              <a:buSzPts val="2200"/>
              <a:buNone/>
            </a:pPr>
            <a:r>
              <a:t/>
            </a:r>
            <a:endParaRPr sz="2000"/>
          </a:p>
          <a:p>
            <a:pPr indent="-342900" lvl="0" marL="342900" rtl="0" algn="l">
              <a:lnSpc>
                <a:spcPct val="142500"/>
              </a:lnSpc>
              <a:spcBef>
                <a:spcPts val="0"/>
              </a:spcBef>
              <a:spcAft>
                <a:spcPts val="0"/>
              </a:spcAft>
              <a:buClr>
                <a:schemeClr val="lt1"/>
              </a:buClr>
              <a:buSzPts val="2000"/>
              <a:buFont typeface="Calibri"/>
              <a:buAutoNum type="arabicPeriod" startAt="4"/>
            </a:pPr>
            <a:r>
              <a:rPr b="1" lang="en-US" sz="2000"/>
              <a:t>Replication &amp; Quorum</a:t>
            </a:r>
            <a:r>
              <a:rPr lang="en-US" sz="2000"/>
              <a:t> – High availability through replicated ingestion and write acknowledgment</a:t>
            </a:r>
            <a:endParaRPr sz="2000"/>
          </a:p>
          <a:p>
            <a:pPr indent="0" lvl="0" marL="0" rtl="0" algn="l">
              <a:lnSpc>
                <a:spcPct val="90000"/>
              </a:lnSpc>
              <a:spcBef>
                <a:spcPts val="400"/>
              </a:spcBef>
              <a:spcAft>
                <a:spcPts val="0"/>
              </a:spcAft>
              <a:buClr>
                <a:schemeClr val="lt1"/>
              </a:buClr>
              <a:buSzPts val="2200"/>
              <a:buNone/>
            </a:pPr>
            <a:r>
              <a:t/>
            </a:r>
            <a:endParaRPr/>
          </a:p>
        </p:txBody>
      </p:sp>
      <p:sp>
        <p:nvSpPr>
          <p:cNvPr id="474" name="Google Shape;474;g36d5a26939b_0_13"/>
          <p:cNvSpPr txBox="1"/>
          <p:nvPr>
            <p:ph type="title"/>
          </p:nvPr>
        </p:nvSpPr>
        <p:spPr>
          <a:xfrm>
            <a:off x="285743" y="391852"/>
            <a:ext cx="11498400" cy="401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lt1"/>
              </a:buClr>
              <a:buSzPts val="2800"/>
              <a:buFont typeface="Arial"/>
              <a:buNone/>
            </a:pPr>
            <a:r>
              <a:rPr lang="en-US"/>
              <a:t>Write and Ingest Path</a:t>
            </a:r>
            <a:endParaRPr/>
          </a:p>
        </p:txBody>
      </p:sp>
      <p:pic>
        <p:nvPicPr>
          <p:cNvPr id="475" name="Google Shape;475;g36d5a26939b_0_13"/>
          <p:cNvPicPr preferRelativeResize="0"/>
          <p:nvPr/>
        </p:nvPicPr>
        <p:blipFill>
          <a:blip r:embed="rId3">
            <a:alphaModFix/>
          </a:blip>
          <a:stretch>
            <a:fillRect/>
          </a:stretch>
        </p:blipFill>
        <p:spPr>
          <a:xfrm>
            <a:off x="7092325" y="1479150"/>
            <a:ext cx="4718675" cy="40144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6d5a26939b_0_138"/>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482" name="Google Shape;482;g36d5a26939b_0_138"/>
          <p:cNvSpPr txBox="1"/>
          <p:nvPr>
            <p:ph idx="1" type="body"/>
          </p:nvPr>
        </p:nvSpPr>
        <p:spPr>
          <a:xfrm>
            <a:off x="381000" y="1204200"/>
            <a:ext cx="6323100" cy="5097600"/>
          </a:xfrm>
          <a:prstGeom prst="rect">
            <a:avLst/>
          </a:prstGeom>
        </p:spPr>
        <p:txBody>
          <a:bodyPr anchorCtr="0" anchor="t" bIns="91425" lIns="0" spcFirstLastPara="1" rIns="0" wrap="square" tIns="91425">
            <a:normAutofit/>
          </a:bodyPr>
          <a:lstStyle/>
          <a:p>
            <a:pPr indent="-342900" lvl="0" marL="342900" rtl="0" algn="l">
              <a:lnSpc>
                <a:spcPct val="142500"/>
              </a:lnSpc>
              <a:spcBef>
                <a:spcPts val="0"/>
              </a:spcBef>
              <a:spcAft>
                <a:spcPts val="0"/>
              </a:spcAft>
              <a:buClr>
                <a:schemeClr val="lt1"/>
              </a:buClr>
              <a:buSzPts val="2000"/>
              <a:buFont typeface="Calibri"/>
              <a:buAutoNum type="arabicPeriod"/>
            </a:pPr>
            <a:r>
              <a:rPr b="1" lang="en-US" sz="2000"/>
              <a:t>LogQL Query Initiated</a:t>
            </a:r>
            <a:r>
              <a:rPr lang="en-US" sz="2000"/>
              <a:t> – The user sends a query to the Query Frontend.</a:t>
            </a:r>
            <a:endParaRPr sz="2000"/>
          </a:p>
          <a:p>
            <a:pPr indent="-355600" lvl="0" marL="457200" rtl="0" algn="l">
              <a:lnSpc>
                <a:spcPct val="142500"/>
              </a:lnSpc>
              <a:spcBef>
                <a:spcPts val="1000"/>
              </a:spcBef>
              <a:spcAft>
                <a:spcPts val="0"/>
              </a:spcAft>
              <a:buClr>
                <a:schemeClr val="lt1"/>
              </a:buClr>
              <a:buSzPts val="2000"/>
              <a:buFont typeface="Inter"/>
              <a:buAutoNum type="arabicPeriod"/>
            </a:pPr>
            <a:r>
              <a:rPr b="1" lang="en-US" sz="2000"/>
              <a:t>Query Decomposition</a:t>
            </a:r>
            <a:r>
              <a:rPr lang="en-US" sz="2000"/>
              <a:t> – The query is broken down into parallelizable subtasks for efficiency.</a:t>
            </a:r>
            <a:endParaRPr sz="2000"/>
          </a:p>
          <a:p>
            <a:pPr indent="-355600" lvl="0" marL="457200" rtl="0" algn="l">
              <a:lnSpc>
                <a:spcPct val="142500"/>
              </a:lnSpc>
              <a:spcBef>
                <a:spcPts val="1000"/>
              </a:spcBef>
              <a:spcAft>
                <a:spcPts val="0"/>
              </a:spcAft>
              <a:buClr>
                <a:schemeClr val="lt1"/>
              </a:buClr>
              <a:buSzPts val="2000"/>
              <a:buFont typeface="Inter"/>
              <a:buAutoNum type="arabicPeriod"/>
            </a:pPr>
            <a:r>
              <a:rPr b="1" lang="en-US" sz="2000"/>
              <a:t>Execution</a:t>
            </a:r>
            <a:r>
              <a:rPr lang="en-US" sz="2000"/>
              <a:t> – The Querier retrieves data from ingesters and persistent storage.</a:t>
            </a:r>
            <a:endParaRPr sz="2000"/>
          </a:p>
          <a:p>
            <a:pPr indent="-355600" lvl="0" marL="457200" rtl="0" algn="l">
              <a:lnSpc>
                <a:spcPct val="142500"/>
              </a:lnSpc>
              <a:spcBef>
                <a:spcPts val="1000"/>
              </a:spcBef>
              <a:spcAft>
                <a:spcPts val="0"/>
              </a:spcAft>
              <a:buClr>
                <a:schemeClr val="lt1"/>
              </a:buClr>
              <a:buSzPts val="2000"/>
              <a:buFont typeface="Inter"/>
              <a:buAutoNum type="arabicPeriod"/>
            </a:pPr>
            <a:r>
              <a:rPr b="1" lang="en-US" sz="2000"/>
              <a:t>Aggregation</a:t>
            </a:r>
            <a:r>
              <a:rPr lang="en-US" sz="2000"/>
              <a:t> – Results are deduplicated and combined for accuracy.</a:t>
            </a:r>
            <a:endParaRPr sz="2000"/>
          </a:p>
          <a:p>
            <a:pPr indent="-355600" lvl="0" marL="457200" rtl="0" algn="l">
              <a:lnSpc>
                <a:spcPct val="142500"/>
              </a:lnSpc>
              <a:spcBef>
                <a:spcPts val="1000"/>
              </a:spcBef>
              <a:spcAft>
                <a:spcPts val="1000"/>
              </a:spcAft>
              <a:buClr>
                <a:schemeClr val="lt1"/>
              </a:buClr>
              <a:buSzPts val="2000"/>
              <a:buFont typeface="Inter"/>
              <a:buAutoNum type="arabicPeriod"/>
            </a:pPr>
            <a:r>
              <a:rPr b="1" lang="en-US" sz="2000"/>
              <a:t>Response</a:t>
            </a:r>
            <a:r>
              <a:rPr lang="en-US" sz="2000"/>
              <a:t> – Final data is delivered to the client or dashboard within milliseconds.</a:t>
            </a:r>
            <a:endParaRPr sz="2000"/>
          </a:p>
        </p:txBody>
      </p:sp>
      <p:sp>
        <p:nvSpPr>
          <p:cNvPr id="483" name="Google Shape;483;g36d5a26939b_0_138"/>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Read Path &amp; Query Optimization</a:t>
            </a:r>
            <a:endParaRPr/>
          </a:p>
        </p:txBody>
      </p:sp>
      <p:pic>
        <p:nvPicPr>
          <p:cNvPr id="484" name="Google Shape;484;g36d5a26939b_0_138"/>
          <p:cNvPicPr preferRelativeResize="0"/>
          <p:nvPr/>
        </p:nvPicPr>
        <p:blipFill>
          <a:blip r:embed="rId3">
            <a:alphaModFix/>
          </a:blip>
          <a:stretch>
            <a:fillRect/>
          </a:stretch>
        </p:blipFill>
        <p:spPr>
          <a:xfrm>
            <a:off x="6883125" y="1153825"/>
            <a:ext cx="5004025" cy="4550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6d5a26939b_0_147"/>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491" name="Google Shape;491;g36d5a26939b_0_147"/>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Deployment Modes</a:t>
            </a:r>
            <a:endParaRPr/>
          </a:p>
        </p:txBody>
      </p:sp>
      <p:graphicFrame>
        <p:nvGraphicFramePr>
          <p:cNvPr id="492" name="Google Shape;492;g36d5a26939b_0_147"/>
          <p:cNvGraphicFramePr/>
          <p:nvPr/>
        </p:nvGraphicFramePr>
        <p:xfrm>
          <a:off x="484625" y="1511100"/>
          <a:ext cx="3000000" cy="3000000"/>
        </p:xfrm>
        <a:graphic>
          <a:graphicData uri="http://schemas.openxmlformats.org/drawingml/2006/table">
            <a:tbl>
              <a:tblPr>
                <a:noFill/>
                <a:tableStyleId>{09C7D50C-2FA1-4F18-BF53-A6209DE86074}</a:tableStyleId>
              </a:tblPr>
              <a:tblGrid>
                <a:gridCol w="1941600"/>
                <a:gridCol w="3190575"/>
                <a:gridCol w="1581300"/>
                <a:gridCol w="1584150"/>
                <a:gridCol w="2731375"/>
              </a:tblGrid>
              <a:tr h="457650">
                <a:tc>
                  <a:txBody>
                    <a:bodyPr/>
                    <a:lstStyle/>
                    <a:p>
                      <a:pPr indent="0" lvl="0" marL="0" rtl="0" algn="l">
                        <a:spcBef>
                          <a:spcPts val="0"/>
                        </a:spcBef>
                        <a:spcAft>
                          <a:spcPts val="0"/>
                        </a:spcAft>
                        <a:buNone/>
                      </a:pPr>
                      <a:r>
                        <a:rPr b="1" lang="en-US" sz="2000">
                          <a:solidFill>
                            <a:schemeClr val="lt1"/>
                          </a:solidFill>
                        </a:rPr>
                        <a:t>Mode</a:t>
                      </a:r>
                      <a:endParaRPr b="1" sz="2000">
                        <a:solidFill>
                          <a:schemeClr val="lt1"/>
                        </a:solidFill>
                      </a:endParaRPr>
                    </a:p>
                  </a:txBody>
                  <a:tcPr marT="91425" marB="91425" marR="91425" marL="91425"/>
                </a:tc>
                <a:tc>
                  <a:txBody>
                    <a:bodyPr/>
                    <a:lstStyle/>
                    <a:p>
                      <a:pPr indent="0" lvl="0" marL="0" rtl="0" algn="l">
                        <a:spcBef>
                          <a:spcPts val="0"/>
                        </a:spcBef>
                        <a:spcAft>
                          <a:spcPts val="0"/>
                        </a:spcAft>
                        <a:buNone/>
                      </a:pPr>
                      <a:r>
                        <a:rPr b="1" lang="en-US" sz="2000">
                          <a:solidFill>
                            <a:schemeClr val="lt1"/>
                          </a:solidFill>
                        </a:rPr>
                        <a:t>Description</a:t>
                      </a:r>
                      <a:endParaRPr b="1" sz="2000">
                        <a:solidFill>
                          <a:schemeClr val="lt1"/>
                        </a:solidFill>
                      </a:endParaRPr>
                    </a:p>
                  </a:txBody>
                  <a:tcPr marT="91425" marB="91425" marR="91425" marL="91425"/>
                </a:tc>
                <a:tc>
                  <a:txBody>
                    <a:bodyPr/>
                    <a:lstStyle/>
                    <a:p>
                      <a:pPr indent="0" lvl="0" marL="0" rtl="0" algn="l">
                        <a:spcBef>
                          <a:spcPts val="0"/>
                        </a:spcBef>
                        <a:spcAft>
                          <a:spcPts val="0"/>
                        </a:spcAft>
                        <a:buNone/>
                      </a:pPr>
                      <a:r>
                        <a:rPr b="1" lang="en-US" sz="2000">
                          <a:solidFill>
                            <a:schemeClr val="lt1"/>
                          </a:solidFill>
                        </a:rPr>
                        <a:t>Scale</a:t>
                      </a:r>
                      <a:endParaRPr b="1" sz="2000">
                        <a:solidFill>
                          <a:schemeClr val="lt1"/>
                        </a:solidFill>
                      </a:endParaRPr>
                    </a:p>
                  </a:txBody>
                  <a:tcPr marT="91425" marB="91425" marR="91425" marL="91425"/>
                </a:tc>
                <a:tc>
                  <a:txBody>
                    <a:bodyPr/>
                    <a:lstStyle/>
                    <a:p>
                      <a:pPr indent="0" lvl="0" marL="0" rtl="0" algn="l">
                        <a:spcBef>
                          <a:spcPts val="0"/>
                        </a:spcBef>
                        <a:spcAft>
                          <a:spcPts val="0"/>
                        </a:spcAft>
                        <a:buNone/>
                      </a:pPr>
                      <a:r>
                        <a:rPr b="1" lang="en-US" sz="2000">
                          <a:solidFill>
                            <a:schemeClr val="lt1"/>
                          </a:solidFill>
                        </a:rPr>
                        <a:t>Complexity</a:t>
                      </a:r>
                      <a:endParaRPr b="1" sz="2000">
                        <a:solidFill>
                          <a:schemeClr val="lt1"/>
                        </a:solidFill>
                      </a:endParaRPr>
                    </a:p>
                  </a:txBody>
                  <a:tcPr marT="91425" marB="91425" marR="91425" marL="91425"/>
                </a:tc>
                <a:tc>
                  <a:txBody>
                    <a:bodyPr/>
                    <a:lstStyle/>
                    <a:p>
                      <a:pPr indent="0" lvl="0" marL="0" rtl="0" algn="l">
                        <a:spcBef>
                          <a:spcPts val="0"/>
                        </a:spcBef>
                        <a:spcAft>
                          <a:spcPts val="0"/>
                        </a:spcAft>
                        <a:buNone/>
                      </a:pPr>
                      <a:r>
                        <a:rPr b="1" lang="en-US" sz="2000">
                          <a:solidFill>
                            <a:schemeClr val="lt1"/>
                          </a:solidFill>
                        </a:rPr>
                        <a:t>Use Case</a:t>
                      </a:r>
                      <a:endParaRPr b="1" sz="2000">
                        <a:solidFill>
                          <a:schemeClr val="lt1"/>
                        </a:solidFill>
                      </a:endParaRPr>
                    </a:p>
                  </a:txBody>
                  <a:tcPr marT="91425" marB="91425" marR="91425" marL="91425"/>
                </a:tc>
              </a:tr>
              <a:tr h="1177900">
                <a:tc>
                  <a:txBody>
                    <a:bodyPr/>
                    <a:lstStyle/>
                    <a:p>
                      <a:pPr indent="0" lvl="0" marL="0" rtl="0" algn="l">
                        <a:spcBef>
                          <a:spcPts val="0"/>
                        </a:spcBef>
                        <a:spcAft>
                          <a:spcPts val="0"/>
                        </a:spcAft>
                        <a:buNone/>
                      </a:pPr>
                      <a:r>
                        <a:rPr lang="en-US" sz="2000">
                          <a:solidFill>
                            <a:schemeClr val="lt1"/>
                          </a:solidFill>
                        </a:rPr>
                        <a:t>Monolithic</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All components in a single binary</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~20GB/day</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Low</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Dev/test environments</a:t>
                      </a:r>
                      <a:endParaRPr sz="2000">
                        <a:solidFill>
                          <a:schemeClr val="lt1"/>
                        </a:solidFill>
                      </a:endParaRPr>
                    </a:p>
                  </a:txBody>
                  <a:tcPr marT="91425" marB="91425" marR="91425" marL="91425"/>
                </a:tc>
              </a:tr>
              <a:tr h="1223400">
                <a:tc>
                  <a:txBody>
                    <a:bodyPr/>
                    <a:lstStyle/>
                    <a:p>
                      <a:pPr indent="0" lvl="0" marL="0" rtl="0" algn="l">
                        <a:spcBef>
                          <a:spcPts val="0"/>
                        </a:spcBef>
                        <a:spcAft>
                          <a:spcPts val="0"/>
                        </a:spcAft>
                        <a:buNone/>
                      </a:pPr>
                      <a:r>
                        <a:rPr lang="en-US" sz="2000">
                          <a:solidFill>
                            <a:schemeClr val="lt1"/>
                          </a:solidFill>
                        </a:rPr>
                        <a:t>Simple Scalable</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Components split into read/write/backend</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TBs/day</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Moderate</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Mid-size clusters</a:t>
                      </a:r>
                      <a:endParaRPr sz="2000">
                        <a:solidFill>
                          <a:schemeClr val="lt1"/>
                        </a:solidFill>
                      </a:endParaRPr>
                    </a:p>
                  </a:txBody>
                  <a:tcPr marT="91425" marB="91425" marR="91425" marL="91425"/>
                </a:tc>
              </a:tr>
              <a:tr h="1375100">
                <a:tc>
                  <a:txBody>
                    <a:bodyPr/>
                    <a:lstStyle/>
                    <a:p>
                      <a:pPr indent="0" lvl="0" marL="0" rtl="0" algn="l">
                        <a:spcBef>
                          <a:spcPts val="0"/>
                        </a:spcBef>
                        <a:spcAft>
                          <a:spcPts val="0"/>
                        </a:spcAft>
                        <a:buNone/>
                      </a:pPr>
                      <a:r>
                        <a:rPr lang="en-US" sz="2000">
                          <a:solidFill>
                            <a:schemeClr val="lt1"/>
                          </a:solidFill>
                        </a:rPr>
                        <a:t>Microservices</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independent services for each component</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100s TBs/day</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High</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Enterprise-grade production</a:t>
                      </a:r>
                      <a:endParaRPr sz="2000">
                        <a:solidFill>
                          <a:schemeClr val="lt1"/>
                        </a:solidFill>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6d5a26939b_0_158"/>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499" name="Google Shape;499;g36d5a26939b_0_158"/>
          <p:cNvSpPr txBox="1"/>
          <p:nvPr>
            <p:ph idx="1" type="body"/>
          </p:nvPr>
        </p:nvSpPr>
        <p:spPr>
          <a:xfrm>
            <a:off x="381000" y="999150"/>
            <a:ext cx="7734300" cy="5097600"/>
          </a:xfrm>
          <a:prstGeom prst="rect">
            <a:avLst/>
          </a:prstGeom>
        </p:spPr>
        <p:txBody>
          <a:bodyPr anchorCtr="0" anchor="t" bIns="91425" lIns="0" spcFirstLastPara="1" rIns="0" wrap="square" tIns="91425">
            <a:normAutofit fontScale="85000" lnSpcReduction="10000"/>
          </a:bodyPr>
          <a:lstStyle/>
          <a:p>
            <a:pPr indent="0" lvl="0" marL="0" rtl="0" algn="l">
              <a:lnSpc>
                <a:spcPct val="142500"/>
              </a:lnSpc>
              <a:spcBef>
                <a:spcPts val="0"/>
              </a:spcBef>
              <a:spcAft>
                <a:spcPts val="0"/>
              </a:spcAft>
              <a:buNone/>
            </a:pPr>
            <a:r>
              <a:rPr lang="en-US" sz="2150"/>
              <a:t>Loki uses a hash ring to manage how logs are spread across different servers.</a:t>
            </a:r>
            <a:r>
              <a:rPr b="1" lang="en-US" sz="2150"/>
              <a:t> </a:t>
            </a:r>
            <a:r>
              <a:rPr lang="en-US" sz="2150"/>
              <a:t>Each server gets a spot on the ring, and incoming logs are sent to the right server based on their labels.This helps Loki handle more data easily, stay reliable, and balance the load across all servers.</a:t>
            </a:r>
            <a:endParaRPr sz="2150"/>
          </a:p>
          <a:p>
            <a:pPr indent="-336550" lvl="0" marL="457200" rtl="0" algn="l">
              <a:lnSpc>
                <a:spcPct val="142500"/>
              </a:lnSpc>
              <a:spcBef>
                <a:spcPts val="1000"/>
              </a:spcBef>
              <a:spcAft>
                <a:spcPts val="0"/>
              </a:spcAft>
              <a:buClr>
                <a:schemeClr val="lt1"/>
              </a:buClr>
              <a:buSzPct val="100000"/>
              <a:buFont typeface="Inter"/>
              <a:buChar char="•"/>
            </a:pPr>
            <a:r>
              <a:rPr b="1" lang="en-US" sz="2000"/>
              <a:t>Dynamic Membership</a:t>
            </a:r>
            <a:r>
              <a:rPr lang="en-US" sz="2000"/>
              <a:t> enables seamless node addition and removal in real time</a:t>
            </a:r>
            <a:endParaRPr sz="2000"/>
          </a:p>
          <a:p>
            <a:pPr indent="-336550" lvl="0" marL="457200" rtl="0" algn="l">
              <a:lnSpc>
                <a:spcPct val="142500"/>
              </a:lnSpc>
              <a:spcBef>
                <a:spcPts val="1000"/>
              </a:spcBef>
              <a:spcAft>
                <a:spcPts val="0"/>
              </a:spcAft>
              <a:buClr>
                <a:schemeClr val="lt1"/>
              </a:buClr>
              <a:buSzPct val="100000"/>
              <a:buFont typeface="Inter"/>
              <a:buChar char="•"/>
            </a:pPr>
            <a:r>
              <a:rPr b="1" lang="en-US" sz="2000"/>
              <a:t>Consistent Hashing</a:t>
            </a:r>
            <a:r>
              <a:rPr lang="en-US" sz="2000"/>
              <a:t> guarantees even distribution of logs across nodes</a:t>
            </a:r>
            <a:endParaRPr sz="2000"/>
          </a:p>
          <a:p>
            <a:pPr indent="-336550" lvl="0" marL="457200" rtl="0" algn="l">
              <a:lnSpc>
                <a:spcPct val="142500"/>
              </a:lnSpc>
              <a:spcBef>
                <a:spcPts val="1000"/>
              </a:spcBef>
              <a:spcAft>
                <a:spcPts val="0"/>
              </a:spcAft>
              <a:buClr>
                <a:schemeClr val="lt1"/>
              </a:buClr>
              <a:buSzPct val="100000"/>
              <a:buFont typeface="Inter"/>
              <a:buChar char="•"/>
            </a:pPr>
            <a:r>
              <a:rPr b="1" lang="en-US" sz="2000"/>
              <a:t>Fault Tolerance</a:t>
            </a:r>
            <a:r>
              <a:rPr lang="en-US" sz="2000"/>
              <a:t> achieved through automatic reassignment and replication of logs</a:t>
            </a:r>
            <a:endParaRPr sz="2000"/>
          </a:p>
          <a:p>
            <a:pPr indent="-336550" lvl="0" marL="457200" rtl="0" algn="l">
              <a:lnSpc>
                <a:spcPct val="142500"/>
              </a:lnSpc>
              <a:spcBef>
                <a:spcPts val="1000"/>
              </a:spcBef>
              <a:spcAft>
                <a:spcPts val="0"/>
              </a:spcAft>
              <a:buClr>
                <a:schemeClr val="lt1"/>
              </a:buClr>
              <a:buSzPct val="100000"/>
              <a:buFont typeface="Inter"/>
              <a:buChar char="•"/>
            </a:pPr>
            <a:r>
              <a:rPr b="1" lang="en-US" sz="2000"/>
              <a:t>Backpressure &amp; Batching</a:t>
            </a:r>
            <a:r>
              <a:rPr lang="en-US" sz="2000"/>
              <a:t> techniques maintain ingestion stability under heavy load</a:t>
            </a:r>
            <a:endParaRPr sz="2000"/>
          </a:p>
          <a:p>
            <a:pPr indent="-336550" lvl="0" marL="457200" rtl="0" algn="l">
              <a:lnSpc>
                <a:spcPct val="142500"/>
              </a:lnSpc>
              <a:spcBef>
                <a:spcPts val="1000"/>
              </a:spcBef>
              <a:spcAft>
                <a:spcPts val="1000"/>
              </a:spcAft>
              <a:buClr>
                <a:schemeClr val="lt1"/>
              </a:buClr>
              <a:buSzPct val="100000"/>
              <a:buFont typeface="Inter"/>
              <a:buChar char="•"/>
            </a:pPr>
            <a:r>
              <a:rPr b="1" lang="en-US" sz="2000"/>
              <a:t>Horizontal Scalability</a:t>
            </a:r>
            <a:r>
              <a:rPr lang="en-US" sz="2000"/>
              <a:t> by simply adding more ingester nodes</a:t>
            </a:r>
            <a:endParaRPr sz="2000"/>
          </a:p>
        </p:txBody>
      </p:sp>
      <p:sp>
        <p:nvSpPr>
          <p:cNvPr id="500" name="Google Shape;500;g36d5a26939b_0_158"/>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Loki Hash Ring Architecture</a:t>
            </a:r>
            <a:endParaRPr/>
          </a:p>
        </p:txBody>
      </p:sp>
      <p:pic>
        <p:nvPicPr>
          <p:cNvPr descr="preencoded.png" id="501" name="Google Shape;501;g36d5a26939b_0_158"/>
          <p:cNvPicPr preferRelativeResize="0"/>
          <p:nvPr/>
        </p:nvPicPr>
        <p:blipFill rotWithShape="1">
          <a:blip r:embed="rId3">
            <a:alphaModFix/>
          </a:blip>
          <a:srcRect b="0" l="0" r="0" t="0"/>
          <a:stretch/>
        </p:blipFill>
        <p:spPr>
          <a:xfrm>
            <a:off x="8352015" y="1446860"/>
            <a:ext cx="3284220" cy="43357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6d5a26939b_0_166"/>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08" name="Google Shape;508;g36d5a26939b_0_166"/>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Multi-Tenant Management and Security</a:t>
            </a:r>
            <a:endParaRPr/>
          </a:p>
        </p:txBody>
      </p:sp>
      <p:graphicFrame>
        <p:nvGraphicFramePr>
          <p:cNvPr id="509" name="Google Shape;509;g36d5a26939b_0_166"/>
          <p:cNvGraphicFramePr/>
          <p:nvPr/>
        </p:nvGraphicFramePr>
        <p:xfrm>
          <a:off x="654850" y="1738375"/>
          <a:ext cx="3000000" cy="3000000"/>
        </p:xfrm>
        <a:graphic>
          <a:graphicData uri="http://schemas.openxmlformats.org/drawingml/2006/table">
            <a:tbl>
              <a:tblPr>
                <a:noFill/>
                <a:tableStyleId>{09C7D50C-2FA1-4F18-BF53-A6209DE86074}</a:tableStyleId>
              </a:tblPr>
              <a:tblGrid>
                <a:gridCol w="5292325"/>
                <a:gridCol w="5292325"/>
              </a:tblGrid>
              <a:tr h="467050">
                <a:tc>
                  <a:txBody>
                    <a:bodyPr/>
                    <a:lstStyle/>
                    <a:p>
                      <a:pPr indent="0" lvl="0" marL="0" rtl="0" algn="ctr">
                        <a:spcBef>
                          <a:spcPts val="0"/>
                        </a:spcBef>
                        <a:spcAft>
                          <a:spcPts val="0"/>
                        </a:spcAft>
                        <a:buNone/>
                      </a:pPr>
                      <a:r>
                        <a:rPr b="1" lang="en-US" sz="2000">
                          <a:solidFill>
                            <a:schemeClr val="lt1"/>
                          </a:solidFill>
                        </a:rPr>
                        <a:t>Feature</a:t>
                      </a:r>
                      <a:endParaRPr b="1" sz="2000">
                        <a:solidFill>
                          <a:schemeClr val="lt1"/>
                        </a:solidFill>
                      </a:endParaRPr>
                    </a:p>
                  </a:txBody>
                  <a:tcPr marT="91425" marB="91425" marR="91425" marL="91425"/>
                </a:tc>
                <a:tc>
                  <a:txBody>
                    <a:bodyPr/>
                    <a:lstStyle/>
                    <a:p>
                      <a:pPr indent="0" lvl="0" marL="0" rtl="0" algn="ctr">
                        <a:spcBef>
                          <a:spcPts val="0"/>
                        </a:spcBef>
                        <a:spcAft>
                          <a:spcPts val="0"/>
                        </a:spcAft>
                        <a:buNone/>
                      </a:pPr>
                      <a:r>
                        <a:rPr b="1" lang="en-US" sz="2000">
                          <a:solidFill>
                            <a:schemeClr val="lt1"/>
                          </a:solidFill>
                        </a:rPr>
                        <a:t>Benefit</a:t>
                      </a:r>
                      <a:endParaRPr b="1" sz="2000">
                        <a:solidFill>
                          <a:schemeClr val="lt1"/>
                        </a:solidFill>
                      </a:endParaRPr>
                    </a:p>
                  </a:txBody>
                  <a:tcPr marT="91425" marB="91425" marR="91425" marL="91425"/>
                </a:tc>
              </a:tr>
              <a:tr h="714950">
                <a:tc>
                  <a:txBody>
                    <a:bodyPr/>
                    <a:lstStyle/>
                    <a:p>
                      <a:pPr indent="0" lvl="0" marL="0" rtl="0" algn="l">
                        <a:spcBef>
                          <a:spcPts val="0"/>
                        </a:spcBef>
                        <a:spcAft>
                          <a:spcPts val="0"/>
                        </a:spcAft>
                        <a:buNone/>
                      </a:pPr>
                      <a:r>
                        <a:rPr lang="en-US" sz="2000">
                          <a:solidFill>
                            <a:schemeClr val="lt1"/>
                          </a:solidFill>
                        </a:rPr>
                        <a:t>Label-based isolation</a:t>
                      </a:r>
                      <a:endParaRPr sz="2000">
                        <a:solidFill>
                          <a:schemeClr val="lt1"/>
                        </a:solidFill>
                      </a:endParaRPr>
                    </a:p>
                  </a:txBody>
                  <a:tcPr marT="91425" marB="91425" marR="91425" marL="91425"/>
                </a:tc>
                <a:tc>
                  <a:txBody>
                    <a:bodyPr/>
                    <a:lstStyle/>
                    <a:p>
                      <a:pPr indent="0" lvl="0" marL="0" rtl="0" algn="l">
                        <a:lnSpc>
                          <a:spcPct val="160000"/>
                        </a:lnSpc>
                        <a:spcBef>
                          <a:spcPts val="0"/>
                        </a:spcBef>
                        <a:spcAft>
                          <a:spcPts val="0"/>
                        </a:spcAft>
                        <a:buClr>
                          <a:srgbClr val="272525"/>
                        </a:buClr>
                        <a:buSzPts val="1750"/>
                        <a:buFont typeface="Inter"/>
                        <a:buNone/>
                      </a:pPr>
                      <a:r>
                        <a:rPr lang="en-US" sz="2000">
                          <a:solidFill>
                            <a:schemeClr val="lt1"/>
                          </a:solidFill>
                        </a:rPr>
                        <a:t>Full separation of logs between tenants</a:t>
                      </a:r>
                      <a:endParaRPr sz="2000">
                        <a:solidFill>
                          <a:schemeClr val="lt1"/>
                        </a:solidFill>
                      </a:endParaRPr>
                    </a:p>
                  </a:txBody>
                  <a:tcPr marT="91425" marB="91425" marR="91425" marL="91425"/>
                </a:tc>
              </a:tr>
              <a:tr h="714950">
                <a:tc>
                  <a:txBody>
                    <a:bodyPr/>
                    <a:lstStyle/>
                    <a:p>
                      <a:pPr indent="0" lvl="0" marL="0" rtl="0" algn="l">
                        <a:spcBef>
                          <a:spcPts val="0"/>
                        </a:spcBef>
                        <a:spcAft>
                          <a:spcPts val="0"/>
                        </a:spcAft>
                        <a:buNone/>
                      </a:pPr>
                      <a:r>
                        <a:rPr lang="en-US" sz="2000">
                          <a:solidFill>
                            <a:schemeClr val="lt1"/>
                          </a:solidFill>
                        </a:rPr>
                        <a:t>Per-tenant quotas</a:t>
                      </a:r>
                      <a:endParaRPr sz="2000">
                        <a:solidFill>
                          <a:schemeClr val="lt1"/>
                        </a:solidFill>
                      </a:endParaRPr>
                    </a:p>
                  </a:txBody>
                  <a:tcPr marT="91425" marB="91425" marR="91425" marL="91425"/>
                </a:tc>
                <a:tc>
                  <a:txBody>
                    <a:bodyPr/>
                    <a:lstStyle/>
                    <a:p>
                      <a:pPr indent="0" lvl="0" marL="0" rtl="0" algn="l">
                        <a:lnSpc>
                          <a:spcPct val="160000"/>
                        </a:lnSpc>
                        <a:spcBef>
                          <a:spcPts val="0"/>
                        </a:spcBef>
                        <a:spcAft>
                          <a:spcPts val="0"/>
                        </a:spcAft>
                        <a:buNone/>
                      </a:pPr>
                      <a:r>
                        <a:rPr lang="en-US" sz="2000">
                          <a:solidFill>
                            <a:schemeClr val="lt1"/>
                          </a:solidFill>
                        </a:rPr>
                        <a:t>Control ingestion, storage, and query load</a:t>
                      </a:r>
                      <a:endParaRPr sz="2000">
                        <a:solidFill>
                          <a:schemeClr val="lt1"/>
                        </a:solidFill>
                      </a:endParaRPr>
                    </a:p>
                  </a:txBody>
                  <a:tcPr marT="91425" marB="91425" marR="91425" marL="91425"/>
                </a:tc>
              </a:tr>
              <a:tr h="714950">
                <a:tc>
                  <a:txBody>
                    <a:bodyPr/>
                    <a:lstStyle/>
                    <a:p>
                      <a:pPr indent="0" lvl="0" marL="0" rtl="0" algn="l">
                        <a:spcBef>
                          <a:spcPts val="0"/>
                        </a:spcBef>
                        <a:spcAft>
                          <a:spcPts val="0"/>
                        </a:spcAft>
                        <a:buNone/>
                      </a:pPr>
                      <a:r>
                        <a:rPr lang="en-US" sz="2000">
                          <a:solidFill>
                            <a:schemeClr val="lt1"/>
                          </a:solidFill>
                        </a:rPr>
                        <a:t>Role-based access</a:t>
                      </a:r>
                      <a:endParaRPr sz="2000">
                        <a:solidFill>
                          <a:schemeClr val="lt1"/>
                        </a:solidFill>
                      </a:endParaRPr>
                    </a:p>
                  </a:txBody>
                  <a:tcPr marT="91425" marB="91425" marR="91425" marL="91425"/>
                </a:tc>
                <a:tc>
                  <a:txBody>
                    <a:bodyPr/>
                    <a:lstStyle/>
                    <a:p>
                      <a:pPr indent="0" lvl="0" marL="0" rtl="0" algn="l">
                        <a:lnSpc>
                          <a:spcPct val="160000"/>
                        </a:lnSpc>
                        <a:spcBef>
                          <a:spcPts val="0"/>
                        </a:spcBef>
                        <a:spcAft>
                          <a:spcPts val="0"/>
                        </a:spcAft>
                        <a:buNone/>
                      </a:pPr>
                      <a:r>
                        <a:rPr lang="en-US" sz="2000">
                          <a:solidFill>
                            <a:schemeClr val="lt1"/>
                          </a:solidFill>
                        </a:rPr>
                        <a:t>Teams see only their own logs</a:t>
                      </a:r>
                      <a:endParaRPr sz="2000">
                        <a:solidFill>
                          <a:schemeClr val="lt1"/>
                        </a:solidFill>
                      </a:endParaRPr>
                    </a:p>
                  </a:txBody>
                  <a:tcPr marT="91425" marB="91425" marR="91425" marL="91425"/>
                </a:tc>
              </a:tr>
              <a:tr h="714950">
                <a:tc>
                  <a:txBody>
                    <a:bodyPr/>
                    <a:lstStyle/>
                    <a:p>
                      <a:pPr indent="0" lvl="0" marL="0" rtl="0" algn="l">
                        <a:spcBef>
                          <a:spcPts val="0"/>
                        </a:spcBef>
                        <a:spcAft>
                          <a:spcPts val="0"/>
                        </a:spcAft>
                        <a:buNone/>
                      </a:pPr>
                      <a:r>
                        <a:rPr lang="en-US" sz="2000">
                          <a:solidFill>
                            <a:schemeClr val="lt1"/>
                          </a:solidFill>
                        </a:rPr>
                        <a:t>API-based header injection</a:t>
                      </a:r>
                      <a:endParaRPr sz="2000">
                        <a:solidFill>
                          <a:schemeClr val="lt1"/>
                        </a:solidFill>
                      </a:endParaRPr>
                    </a:p>
                  </a:txBody>
                  <a:tcPr marT="91425" marB="91425" marR="91425" marL="91425"/>
                </a:tc>
                <a:tc>
                  <a:txBody>
                    <a:bodyPr/>
                    <a:lstStyle/>
                    <a:p>
                      <a:pPr indent="0" lvl="0" marL="0" rtl="0" algn="l">
                        <a:lnSpc>
                          <a:spcPct val="160000"/>
                        </a:lnSpc>
                        <a:spcBef>
                          <a:spcPts val="0"/>
                        </a:spcBef>
                        <a:spcAft>
                          <a:spcPts val="0"/>
                        </a:spcAft>
                        <a:buNone/>
                      </a:pPr>
                      <a:r>
                        <a:rPr lang="en-US" sz="2000">
                          <a:solidFill>
                            <a:schemeClr val="lt1"/>
                          </a:solidFill>
                        </a:rPr>
                        <a:t>Enables custom access workflows</a:t>
                      </a:r>
                      <a:endParaRPr sz="2000">
                        <a:solidFill>
                          <a:schemeClr val="lt1"/>
                        </a:solidFill>
                      </a:endParaRPr>
                    </a:p>
                  </a:txBody>
                  <a:tcPr marT="91425" marB="91425" marR="91425" marL="91425"/>
                </a:tc>
              </a:tr>
              <a:tr h="882925">
                <a:tc>
                  <a:txBody>
                    <a:bodyPr/>
                    <a:lstStyle/>
                    <a:p>
                      <a:pPr indent="0" lvl="0" marL="0" rtl="0" algn="l">
                        <a:spcBef>
                          <a:spcPts val="0"/>
                        </a:spcBef>
                        <a:spcAft>
                          <a:spcPts val="0"/>
                        </a:spcAft>
                        <a:buNone/>
                      </a:pPr>
                      <a:r>
                        <a:rPr lang="en-US" sz="2000">
                          <a:solidFill>
                            <a:schemeClr val="lt1"/>
                          </a:solidFill>
                        </a:rPr>
                        <a:t>Reverse proxy or Grafana Enterprise</a:t>
                      </a:r>
                      <a:endParaRPr sz="2000">
                        <a:solidFill>
                          <a:schemeClr val="lt1"/>
                        </a:solidFill>
                      </a:endParaRPr>
                    </a:p>
                  </a:txBody>
                  <a:tcPr marT="91425" marB="91425" marR="91425" marL="91425"/>
                </a:tc>
                <a:tc>
                  <a:txBody>
                    <a:bodyPr/>
                    <a:lstStyle/>
                    <a:p>
                      <a:pPr indent="0" lvl="0" marL="0" rtl="0" algn="l">
                        <a:lnSpc>
                          <a:spcPct val="160000"/>
                        </a:lnSpc>
                        <a:spcBef>
                          <a:spcPts val="0"/>
                        </a:spcBef>
                        <a:spcAft>
                          <a:spcPts val="0"/>
                        </a:spcAft>
                        <a:buNone/>
                      </a:pPr>
                      <a:r>
                        <a:rPr lang="en-US" sz="2000">
                          <a:solidFill>
                            <a:schemeClr val="lt1"/>
                          </a:solidFill>
                        </a:rPr>
                        <a:t>For secure, scalable, dynamic tenant handling</a:t>
                      </a:r>
                      <a:endParaRPr sz="2000">
                        <a:solidFill>
                          <a:schemeClr val="lt1"/>
                        </a:solidFill>
                      </a:endParaRPr>
                    </a:p>
                  </a:txBody>
                  <a:tcPr marT="91425" marB="91425" marR="91425" marL="91425"/>
                </a:tc>
              </a:tr>
            </a:tbl>
          </a:graphicData>
        </a:graphic>
      </p:graphicFrame>
      <p:sp>
        <p:nvSpPr>
          <p:cNvPr id="510" name="Google Shape;510;g36d5a26939b_0_166"/>
          <p:cNvSpPr txBox="1"/>
          <p:nvPr/>
        </p:nvSpPr>
        <p:spPr>
          <a:xfrm>
            <a:off x="538150" y="1135875"/>
            <a:ext cx="6858000" cy="4539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0"/>
              </a:spcBef>
              <a:spcAft>
                <a:spcPts val="0"/>
              </a:spcAft>
              <a:buClr>
                <a:srgbClr val="272525"/>
              </a:buClr>
              <a:buSzPts val="1750"/>
              <a:buFont typeface="Inter"/>
              <a:buNone/>
            </a:pPr>
            <a:r>
              <a:rPr b="1" lang="en-US" sz="1750">
                <a:solidFill>
                  <a:schemeClr val="lt1"/>
                </a:solidFill>
                <a:latin typeface="Inter"/>
                <a:ea typeface="Inter"/>
                <a:cs typeface="Inter"/>
                <a:sym typeface="Inter"/>
              </a:rPr>
              <a:t>Tenant Isolation via </a:t>
            </a:r>
            <a:r>
              <a:rPr lang="en-US" sz="1750">
                <a:solidFill>
                  <a:srgbClr val="FF0000"/>
                </a:solidFill>
                <a:highlight>
                  <a:srgbClr val="00FFFF"/>
                </a:highlight>
                <a:latin typeface="Consolas"/>
                <a:ea typeface="Consolas"/>
                <a:cs typeface="Consolas"/>
                <a:sym typeface="Consolas"/>
              </a:rPr>
              <a:t>X-Scope-OrgID</a:t>
            </a:r>
            <a:r>
              <a:rPr b="1" lang="en-US" sz="1750">
                <a:solidFill>
                  <a:srgbClr val="00B388"/>
                </a:solidFill>
                <a:highlight>
                  <a:schemeClr val="dk1"/>
                </a:highlight>
                <a:latin typeface="Inter"/>
                <a:ea typeface="Inter"/>
                <a:cs typeface="Inter"/>
                <a:sym typeface="Inter"/>
              </a:rPr>
              <a:t> </a:t>
            </a:r>
            <a:r>
              <a:rPr b="1" lang="en-US" sz="1750">
                <a:solidFill>
                  <a:schemeClr val="lt1"/>
                </a:solidFill>
                <a:latin typeface="Inter"/>
                <a:ea typeface="Inter"/>
                <a:cs typeface="Inter"/>
                <a:sym typeface="Inter"/>
              </a:rPr>
              <a:t>Header</a:t>
            </a:r>
            <a:endParaRPr sz="22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6d5a26939b_0_173"/>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17" name="Google Shape;517;g36d5a26939b_0_173"/>
          <p:cNvSpPr txBox="1"/>
          <p:nvPr>
            <p:ph idx="1" type="body"/>
          </p:nvPr>
        </p:nvSpPr>
        <p:spPr>
          <a:xfrm>
            <a:off x="381000" y="999150"/>
            <a:ext cx="5967300" cy="5097600"/>
          </a:xfrm>
          <a:prstGeom prst="rect">
            <a:avLst/>
          </a:prstGeom>
        </p:spPr>
        <p:txBody>
          <a:bodyPr anchorCtr="0" anchor="t" bIns="91425" lIns="0" spcFirstLastPara="1" rIns="0" wrap="square" tIns="91425">
            <a:noAutofit/>
          </a:bodyPr>
          <a:lstStyle/>
          <a:p>
            <a:pPr indent="-349250" lvl="0" marL="457200" rtl="0" algn="l">
              <a:lnSpc>
                <a:spcPct val="115000"/>
              </a:lnSpc>
              <a:spcBef>
                <a:spcPts val="0"/>
              </a:spcBef>
              <a:spcAft>
                <a:spcPts val="0"/>
              </a:spcAft>
              <a:buSzPts val="1900"/>
              <a:buChar char="•"/>
            </a:pPr>
            <a:r>
              <a:rPr lang="en-US" sz="1900"/>
              <a:t>Loki stores all data in a single object storage backend​</a:t>
            </a:r>
            <a:endParaRPr sz="1900"/>
          </a:p>
          <a:p>
            <a:pPr indent="0" lvl="0" marL="457200" rtl="0" algn="l">
              <a:lnSpc>
                <a:spcPct val="115000"/>
              </a:lnSpc>
              <a:spcBef>
                <a:spcPts val="0"/>
              </a:spcBef>
              <a:spcAft>
                <a:spcPts val="0"/>
              </a:spcAft>
              <a:buNone/>
            </a:pPr>
            <a:r>
              <a:rPr b="1" i="1" lang="en-US" sz="1900"/>
              <a:t>Eg: </a:t>
            </a:r>
            <a:r>
              <a:rPr i="1" lang="en-US" sz="1900"/>
              <a:t>Amazon S3, Google Cloud Storage, Microsoft Azure Blob, IBM COS, Baidu OS, Alibaba OSS</a:t>
            </a:r>
            <a:endParaRPr sz="1900"/>
          </a:p>
          <a:p>
            <a:pPr indent="-349250" lvl="0" marL="457200" rtl="0" algn="l">
              <a:lnSpc>
                <a:spcPct val="115000"/>
              </a:lnSpc>
              <a:spcBef>
                <a:spcPts val="0"/>
              </a:spcBef>
              <a:spcAft>
                <a:spcPts val="0"/>
              </a:spcAft>
              <a:buSzPts val="1900"/>
              <a:buChar char="•"/>
            </a:pPr>
            <a:r>
              <a:rPr lang="en-US" sz="1900"/>
              <a:t>Uses an adapter called index shipper (or shipper)​</a:t>
            </a:r>
            <a:endParaRPr sz="1900"/>
          </a:p>
          <a:p>
            <a:pPr indent="0" lvl="0" marL="0" rtl="0" algn="l">
              <a:lnSpc>
                <a:spcPct val="115000"/>
              </a:lnSpc>
              <a:spcBef>
                <a:spcPts val="0"/>
              </a:spcBef>
              <a:spcAft>
                <a:spcPts val="0"/>
              </a:spcAft>
              <a:buNone/>
            </a:pPr>
            <a:r>
              <a:t/>
            </a:r>
            <a:endParaRPr sz="1900"/>
          </a:p>
          <a:p>
            <a:pPr indent="-349250" lvl="0" marL="457200" rtl="0" algn="l">
              <a:lnSpc>
                <a:spcPct val="115000"/>
              </a:lnSpc>
              <a:spcBef>
                <a:spcPts val="0"/>
              </a:spcBef>
              <a:spcAft>
                <a:spcPts val="0"/>
              </a:spcAft>
              <a:buSzPts val="1900"/>
              <a:buChar char="•"/>
            </a:pPr>
            <a:r>
              <a:rPr lang="en-US" sz="1900"/>
              <a:t>Loki compresses chunk data before writing it to storage</a:t>
            </a:r>
            <a:endParaRPr sz="1900"/>
          </a:p>
          <a:p>
            <a:pPr indent="-349250" lvl="0" marL="457200" rtl="0" algn="l">
              <a:lnSpc>
                <a:spcPct val="115000"/>
              </a:lnSpc>
              <a:spcBef>
                <a:spcPts val="0"/>
              </a:spcBef>
              <a:spcAft>
                <a:spcPts val="0"/>
              </a:spcAft>
              <a:buSzPts val="1900"/>
              <a:buChar char="•"/>
            </a:pPr>
            <a:r>
              <a:rPr lang="en-US" sz="1900"/>
              <a:t>it indexes only the label so it uses significantly less storage than systems like OpenSearch</a:t>
            </a:r>
            <a:endParaRPr sz="1900"/>
          </a:p>
          <a:p>
            <a:pPr indent="0" lvl="0" marL="457200" rtl="0" algn="l">
              <a:lnSpc>
                <a:spcPct val="115000"/>
              </a:lnSpc>
              <a:spcBef>
                <a:spcPts val="0"/>
              </a:spcBef>
              <a:spcAft>
                <a:spcPts val="0"/>
              </a:spcAft>
              <a:buNone/>
            </a:pPr>
            <a:r>
              <a:t/>
            </a:r>
            <a:endParaRPr sz="1900"/>
          </a:p>
          <a:p>
            <a:pPr indent="-349250" lvl="0" marL="457200" rtl="0" algn="l">
              <a:lnSpc>
                <a:spcPct val="115000"/>
              </a:lnSpc>
              <a:spcBef>
                <a:spcPts val="0"/>
              </a:spcBef>
              <a:spcAft>
                <a:spcPts val="0"/>
              </a:spcAft>
              <a:buSzPts val="1900"/>
              <a:buChar char="•"/>
            </a:pPr>
            <a:r>
              <a:rPr lang="en-US" sz="1900"/>
              <a:t>The </a:t>
            </a:r>
            <a:r>
              <a:rPr b="1" lang="en-US" sz="1900" u="sng">
                <a:hlinkClick r:id="rId3"/>
              </a:rPr>
              <a:t>index</a:t>
            </a:r>
            <a:r>
              <a:rPr lang="en-US" sz="1900"/>
              <a:t> is a table of contents of where to find logs for a specific set of labels.​</a:t>
            </a:r>
            <a:endParaRPr sz="1900"/>
          </a:p>
          <a:p>
            <a:pPr indent="-349250" lvl="0" marL="457200" rtl="0" algn="l">
              <a:lnSpc>
                <a:spcPct val="115000"/>
              </a:lnSpc>
              <a:spcBef>
                <a:spcPts val="0"/>
              </a:spcBef>
              <a:spcAft>
                <a:spcPts val="0"/>
              </a:spcAft>
              <a:buSzPts val="1900"/>
              <a:buChar char="•"/>
            </a:pPr>
            <a:r>
              <a:rPr lang="en-US" sz="1900"/>
              <a:t>The </a:t>
            </a:r>
            <a:r>
              <a:rPr b="1" lang="en-US" sz="1900" u="sng">
                <a:hlinkClick r:id="rId4"/>
              </a:rPr>
              <a:t>chunk</a:t>
            </a:r>
            <a:r>
              <a:rPr lang="en-US" sz="1900"/>
              <a:t> is a container for log entries for a specific set of labels.</a:t>
            </a:r>
            <a:endParaRPr sz="1900"/>
          </a:p>
        </p:txBody>
      </p:sp>
      <p:sp>
        <p:nvSpPr>
          <p:cNvPr id="518" name="Google Shape;518;g36d5a26939b_0_173"/>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Loki Storage</a:t>
            </a:r>
            <a:endParaRPr/>
          </a:p>
        </p:txBody>
      </p:sp>
      <p:pic>
        <p:nvPicPr>
          <p:cNvPr descr="A screenshot of a computer screen&#10;&#10;AI-generated content may be incorrect." id="519" name="Google Shape;519;g36d5a26939b_0_173"/>
          <p:cNvPicPr preferRelativeResize="0"/>
          <p:nvPr/>
        </p:nvPicPr>
        <p:blipFill>
          <a:blip r:embed="rId5">
            <a:alphaModFix/>
          </a:blip>
          <a:stretch>
            <a:fillRect/>
          </a:stretch>
        </p:blipFill>
        <p:spPr>
          <a:xfrm>
            <a:off x="6407950" y="1090075"/>
            <a:ext cx="5623574" cy="4677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g36d5a26939b_0_181"/>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26" name="Google Shape;526;g36d5a26939b_0_181"/>
          <p:cNvSpPr txBox="1"/>
          <p:nvPr>
            <p:ph idx="1" type="body"/>
          </p:nvPr>
        </p:nvSpPr>
        <p:spPr>
          <a:xfrm>
            <a:off x="285750" y="1052700"/>
            <a:ext cx="6312900" cy="5155200"/>
          </a:xfrm>
          <a:prstGeom prst="rect">
            <a:avLst/>
          </a:prstGeom>
        </p:spPr>
        <p:txBody>
          <a:bodyPr anchorCtr="0" anchor="t" bIns="91425" lIns="0" spcFirstLastPara="1" rIns="0" wrap="square" tIns="91425">
            <a:noAutofit/>
          </a:bodyPr>
          <a:lstStyle/>
          <a:p>
            <a:pPr indent="-355600" lvl="0" marL="457200" rtl="0" algn="l">
              <a:lnSpc>
                <a:spcPct val="100000"/>
              </a:lnSpc>
              <a:spcBef>
                <a:spcPts val="0"/>
              </a:spcBef>
              <a:spcAft>
                <a:spcPts val="0"/>
              </a:spcAft>
              <a:buSzPts val="2000"/>
              <a:buChar char="•"/>
            </a:pPr>
            <a:r>
              <a:rPr i="1" lang="en-US" sz="2000">
                <a:solidFill>
                  <a:srgbClr val="FF9900"/>
                </a:solidFill>
              </a:rPr>
              <a:t>/chunks/fake/&lt;fingerprint&gt;/</a:t>
            </a:r>
            <a:r>
              <a:rPr lang="en-US" sz="2000">
                <a:solidFill>
                  <a:srgbClr val="FF9900"/>
                </a:solidFill>
              </a:rPr>
              <a:t> </a:t>
            </a:r>
            <a:endParaRPr sz="2000"/>
          </a:p>
          <a:p>
            <a:pPr indent="0" lvl="0" marL="457200" rtl="0" algn="l">
              <a:lnSpc>
                <a:spcPct val="100000"/>
              </a:lnSpc>
              <a:spcBef>
                <a:spcPts val="0"/>
              </a:spcBef>
              <a:spcAft>
                <a:spcPts val="0"/>
              </a:spcAft>
              <a:buNone/>
            </a:pPr>
            <a:r>
              <a:rPr lang="en-US" sz="2000"/>
              <a:t>Raw compressed logs </a:t>
            </a:r>
            <a:endParaRPr sz="2000"/>
          </a:p>
          <a:p>
            <a:pPr indent="-355600" lvl="0" marL="914400" rtl="0" algn="l">
              <a:lnSpc>
                <a:spcPct val="100000"/>
              </a:lnSpc>
              <a:spcBef>
                <a:spcPts val="0"/>
              </a:spcBef>
              <a:spcAft>
                <a:spcPts val="0"/>
              </a:spcAft>
              <a:buSzPts val="2000"/>
              <a:buChar char="•"/>
            </a:pPr>
            <a:r>
              <a:rPr lang="en-US" sz="2000"/>
              <a:t>Each file is a chunk for a unique log stream (based on labels) ​</a:t>
            </a:r>
            <a:endParaRPr sz="2000"/>
          </a:p>
          <a:p>
            <a:pPr indent="-355600" lvl="0" marL="914400" rtl="0" algn="l">
              <a:lnSpc>
                <a:spcPct val="100000"/>
              </a:lnSpc>
              <a:spcBef>
                <a:spcPts val="0"/>
              </a:spcBef>
              <a:spcAft>
                <a:spcPts val="0"/>
              </a:spcAft>
              <a:buSzPts val="2000"/>
              <a:buChar char="•"/>
            </a:pPr>
            <a:r>
              <a:rPr lang="en-US" sz="2000"/>
              <a:t>&lt;fingerprint&gt; is a hash of the label set</a:t>
            </a:r>
            <a:endParaRPr sz="2000"/>
          </a:p>
          <a:p>
            <a:pPr indent="-355600" lvl="0" marL="914400" rtl="0" algn="l">
              <a:lnSpc>
                <a:spcPct val="100000"/>
              </a:lnSpc>
              <a:spcBef>
                <a:spcPts val="0"/>
              </a:spcBef>
              <a:spcAft>
                <a:spcPts val="0"/>
              </a:spcAft>
              <a:buSzPts val="2000"/>
              <a:buChar char="•"/>
            </a:pPr>
            <a:r>
              <a:rPr lang="en-US" sz="2000"/>
              <a:t>Chunk filenames are base64-encoded and represent a time-bounded segment</a:t>
            </a:r>
            <a:endParaRPr sz="2000"/>
          </a:p>
          <a:p>
            <a:pPr indent="-355600" lvl="0" marL="457200" rtl="0" algn="l">
              <a:lnSpc>
                <a:spcPct val="100000"/>
              </a:lnSpc>
              <a:spcBef>
                <a:spcPts val="0"/>
              </a:spcBef>
              <a:spcAft>
                <a:spcPts val="0"/>
              </a:spcAft>
              <a:buSzPts val="2000"/>
              <a:buChar char="•"/>
            </a:pPr>
            <a:r>
              <a:rPr i="1" lang="en-US" sz="2000">
                <a:solidFill>
                  <a:srgbClr val="FF9900"/>
                </a:solidFill>
              </a:rPr>
              <a:t>/chunks/index/index_&lt;ID&gt;/fake/*.tsdb.gz</a:t>
            </a:r>
            <a:r>
              <a:rPr lang="en-US" sz="2000"/>
              <a:t> </a:t>
            </a:r>
            <a:endParaRPr sz="2000"/>
          </a:p>
          <a:p>
            <a:pPr indent="0" lvl="0" marL="457200" rtl="0" algn="l">
              <a:lnSpc>
                <a:spcPct val="100000"/>
              </a:lnSpc>
              <a:spcBef>
                <a:spcPts val="0"/>
              </a:spcBef>
              <a:spcAft>
                <a:spcPts val="0"/>
              </a:spcAft>
              <a:buNone/>
            </a:pPr>
            <a:r>
              <a:rPr lang="en-US" sz="2000"/>
              <a:t>Daily index shards</a:t>
            </a:r>
            <a:endParaRPr sz="2000"/>
          </a:p>
          <a:p>
            <a:pPr indent="-355600" lvl="0" marL="914400" rtl="0" algn="l">
              <a:lnSpc>
                <a:spcPct val="100000"/>
              </a:lnSpc>
              <a:spcBef>
                <a:spcPts val="0"/>
              </a:spcBef>
              <a:spcAft>
                <a:spcPts val="0"/>
              </a:spcAft>
              <a:buSzPts val="2000"/>
              <a:buChar char="•"/>
            </a:pPr>
            <a:r>
              <a:rPr lang="en-US" sz="2000"/>
              <a:t>Each shard maps fingerprints to chunk metadata</a:t>
            </a:r>
            <a:endParaRPr sz="2000"/>
          </a:p>
          <a:p>
            <a:pPr indent="-355600" lvl="0" marL="914400" rtl="0" algn="l">
              <a:lnSpc>
                <a:spcPct val="100000"/>
              </a:lnSpc>
              <a:spcBef>
                <a:spcPts val="0"/>
              </a:spcBef>
              <a:spcAft>
                <a:spcPts val="0"/>
              </a:spcAft>
              <a:buSzPts val="2000"/>
              <a:buChar char="•"/>
            </a:pPr>
            <a:r>
              <a:rPr lang="en-US" sz="2000"/>
              <a:t>Helps Loki quickly locate log chunks based on time range and label queries</a:t>
            </a:r>
            <a:endParaRPr sz="2000"/>
          </a:p>
          <a:p>
            <a:pPr indent="0" lvl="0" marL="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fake is a default tenant it automatically gives name if no </a:t>
            </a:r>
            <a:r>
              <a:rPr lang="en-US" sz="2000"/>
              <a:t>X-Scope-OrgID header is added</a:t>
            </a:r>
            <a:endParaRPr sz="2000"/>
          </a:p>
        </p:txBody>
      </p:sp>
      <p:sp>
        <p:nvSpPr>
          <p:cNvPr id="527" name="Google Shape;527;g36d5a26939b_0_181"/>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File System Storage</a:t>
            </a:r>
            <a:endParaRPr/>
          </a:p>
        </p:txBody>
      </p:sp>
      <p:pic>
        <p:nvPicPr>
          <p:cNvPr descr="A screenshot of a computer program&#10;&#10;AI-generated content may be incorrect." id="528" name="Google Shape;528;g36d5a26939b_0_181"/>
          <p:cNvPicPr preferRelativeResize="0"/>
          <p:nvPr/>
        </p:nvPicPr>
        <p:blipFill>
          <a:blip r:embed="rId3">
            <a:alphaModFix/>
          </a:blip>
          <a:stretch>
            <a:fillRect/>
          </a:stretch>
        </p:blipFill>
        <p:spPr>
          <a:xfrm>
            <a:off x="6598500" y="999150"/>
            <a:ext cx="5494376" cy="5208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6d5a26939b_0_189"/>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35" name="Google Shape;535;g36d5a26939b_0_189"/>
          <p:cNvSpPr txBox="1"/>
          <p:nvPr>
            <p:ph idx="1" type="body"/>
          </p:nvPr>
        </p:nvSpPr>
        <p:spPr>
          <a:xfrm>
            <a:off x="394500" y="1223400"/>
            <a:ext cx="5477700" cy="4972500"/>
          </a:xfrm>
          <a:prstGeom prst="rect">
            <a:avLst/>
          </a:prstGeom>
        </p:spPr>
        <p:txBody>
          <a:bodyPr anchorCtr="0" anchor="t" bIns="91425" lIns="0" spcFirstLastPara="1" rIns="0" wrap="square" tIns="91425">
            <a:noAutofit/>
          </a:bodyPr>
          <a:lstStyle/>
          <a:p>
            <a:pPr indent="-495300" lvl="0" marL="736600" rtl="0" algn="l">
              <a:lnSpc>
                <a:spcPct val="115000"/>
              </a:lnSpc>
              <a:spcBef>
                <a:spcPts val="0"/>
              </a:spcBef>
              <a:spcAft>
                <a:spcPts val="0"/>
              </a:spcAft>
              <a:buClr>
                <a:schemeClr val="lt1"/>
              </a:buClr>
              <a:buSzPts val="2000"/>
              <a:buChar char="●"/>
            </a:pPr>
            <a:r>
              <a:rPr lang="en-US" sz="2000"/>
              <a:t>Loki hashes label query to compute the corresponding fingerprint</a:t>
            </a:r>
            <a:endParaRPr sz="2000"/>
          </a:p>
          <a:p>
            <a:pPr indent="-495300" lvl="0" marL="736600" rtl="0" algn="l">
              <a:lnSpc>
                <a:spcPct val="115000"/>
              </a:lnSpc>
              <a:spcBef>
                <a:spcPts val="1000"/>
              </a:spcBef>
              <a:spcAft>
                <a:spcPts val="0"/>
              </a:spcAft>
              <a:buClr>
                <a:schemeClr val="lt1"/>
              </a:buClr>
              <a:buSzPts val="2000"/>
              <a:buChar char="●"/>
            </a:pPr>
            <a:r>
              <a:rPr lang="en-US" sz="2000"/>
              <a:t>It searches index shards (*.tsdb.gz) for matching entries</a:t>
            </a:r>
            <a:endParaRPr sz="2000"/>
          </a:p>
          <a:p>
            <a:pPr indent="-495300" lvl="0" marL="736600" rtl="0" algn="l">
              <a:lnSpc>
                <a:spcPct val="115000"/>
              </a:lnSpc>
              <a:spcBef>
                <a:spcPts val="1000"/>
              </a:spcBef>
              <a:spcAft>
                <a:spcPts val="0"/>
              </a:spcAft>
              <a:buClr>
                <a:schemeClr val="lt1"/>
              </a:buClr>
              <a:buSzPts val="2000"/>
              <a:buChar char="●"/>
            </a:pPr>
            <a:r>
              <a:rPr lang="en-US" sz="2000"/>
              <a:t>Retrieves a list of chunks associated with the fingerprint and time range</a:t>
            </a:r>
            <a:endParaRPr sz="2000"/>
          </a:p>
          <a:p>
            <a:pPr indent="-495300" lvl="0" marL="736600" rtl="0" algn="l">
              <a:lnSpc>
                <a:spcPct val="115000"/>
              </a:lnSpc>
              <a:spcBef>
                <a:spcPts val="1000"/>
              </a:spcBef>
              <a:spcAft>
                <a:spcPts val="0"/>
              </a:spcAft>
              <a:buClr>
                <a:schemeClr val="lt1"/>
              </a:buClr>
              <a:buSzPts val="2000"/>
              <a:buChar char="●"/>
            </a:pPr>
            <a:r>
              <a:rPr lang="en-US" sz="2000"/>
              <a:t>Loads the chunk files from /chunks/fake/&lt;fingerprint&gt;/</a:t>
            </a:r>
            <a:endParaRPr sz="2000"/>
          </a:p>
          <a:p>
            <a:pPr indent="-495300" lvl="0" marL="736600" rtl="0" algn="l">
              <a:lnSpc>
                <a:spcPct val="115000"/>
              </a:lnSpc>
              <a:spcBef>
                <a:spcPts val="1000"/>
              </a:spcBef>
              <a:spcAft>
                <a:spcPts val="1000"/>
              </a:spcAft>
              <a:buClr>
                <a:schemeClr val="lt1"/>
              </a:buClr>
              <a:buSzPts val="2000"/>
              <a:buChar char="●"/>
            </a:pPr>
            <a:r>
              <a:rPr lang="en-US" sz="2000"/>
              <a:t>Decompresses the data and returns matching log lines to Grafana or LogCLI</a:t>
            </a:r>
            <a:endParaRPr sz="2000"/>
          </a:p>
        </p:txBody>
      </p:sp>
      <p:sp>
        <p:nvSpPr>
          <p:cNvPr id="536" name="Google Shape;536;g36d5a26939b_0_189"/>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How Logs are Queried</a:t>
            </a:r>
            <a:endParaRPr/>
          </a:p>
        </p:txBody>
      </p:sp>
      <p:pic>
        <p:nvPicPr>
          <p:cNvPr descr="A computer screen shot of a computer&#10;&#10;AI-generated content may be incorrect." id="537" name="Google Shape;537;g36d5a26939b_0_189"/>
          <p:cNvPicPr preferRelativeResize="0"/>
          <p:nvPr/>
        </p:nvPicPr>
        <p:blipFill>
          <a:blip r:embed="rId3">
            <a:alphaModFix/>
          </a:blip>
          <a:stretch>
            <a:fillRect/>
          </a:stretch>
        </p:blipFill>
        <p:spPr>
          <a:xfrm>
            <a:off x="5967025" y="1112050"/>
            <a:ext cx="5920125" cy="508384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6d5a26939b_4_0"/>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44" name="Google Shape;544;g36d5a26939b_4_0"/>
          <p:cNvSpPr txBox="1"/>
          <p:nvPr>
            <p:ph idx="1" type="body"/>
          </p:nvPr>
        </p:nvSpPr>
        <p:spPr>
          <a:xfrm>
            <a:off x="381000" y="1003213"/>
            <a:ext cx="11403000" cy="5093400"/>
          </a:xfrm>
          <a:prstGeom prst="rect">
            <a:avLst/>
          </a:prstGeom>
        </p:spPr>
        <p:txBody>
          <a:bodyPr anchorCtr="0" anchor="t" bIns="91425" lIns="0" spcFirstLastPara="1" rIns="0" wrap="square" tIns="91425">
            <a:normAutofit fontScale="47500" lnSpcReduction="20000"/>
          </a:bodyPr>
          <a:lstStyle/>
          <a:p>
            <a:pPr indent="0" lvl="0" marL="0" rtl="0" algn="l">
              <a:lnSpc>
                <a:spcPct val="150000"/>
              </a:lnSpc>
              <a:spcBef>
                <a:spcPts val="0"/>
              </a:spcBef>
              <a:spcAft>
                <a:spcPts val="0"/>
              </a:spcAft>
              <a:buNone/>
            </a:pPr>
            <a:r>
              <a:rPr b="1" lang="en-US" sz="4280"/>
              <a:t>VictoriaLogs</a:t>
            </a:r>
            <a:r>
              <a:rPr lang="en-US" sz="4280"/>
              <a:t> is a high-performance, cost-efficient, and horizontally scalable log database designed for fast ingestion, real-time querying, and long-term retention. Developed by </a:t>
            </a:r>
            <a:r>
              <a:rPr b="1" lang="en-US" sz="4280"/>
              <a:t>VictoriaMetrics in 2022</a:t>
            </a:r>
            <a:r>
              <a:rPr lang="en-US" sz="4280"/>
              <a:t>, it brings royalty-class logging performance to modern observability stacks.</a:t>
            </a:r>
            <a:endParaRPr sz="4280"/>
          </a:p>
          <a:p>
            <a:pPr indent="0" lvl="0" marL="0" rtl="0" algn="l">
              <a:lnSpc>
                <a:spcPct val="150000"/>
              </a:lnSpc>
              <a:spcBef>
                <a:spcPts val="0"/>
              </a:spcBef>
              <a:spcAft>
                <a:spcPts val="0"/>
              </a:spcAft>
              <a:buNone/>
            </a:pPr>
            <a:r>
              <a:t/>
            </a:r>
            <a:endParaRPr sz="2100"/>
          </a:p>
          <a:p>
            <a:pPr indent="0" lvl="0" marL="457200" rtl="0" algn="l">
              <a:lnSpc>
                <a:spcPct val="100000"/>
              </a:lnSpc>
              <a:spcBef>
                <a:spcPts val="0"/>
              </a:spcBef>
              <a:spcAft>
                <a:spcPts val="0"/>
              </a:spcAft>
              <a:buNone/>
            </a:pPr>
            <a:r>
              <a:t/>
            </a:r>
            <a:endParaRPr b="1" sz="2100"/>
          </a:p>
          <a:p>
            <a:pPr indent="0" lvl="0" marL="0" rtl="0" algn="l">
              <a:lnSpc>
                <a:spcPct val="118750"/>
              </a:lnSpc>
              <a:spcBef>
                <a:spcPts val="1000"/>
              </a:spcBef>
              <a:spcAft>
                <a:spcPts val="0"/>
              </a:spcAft>
              <a:buNone/>
            </a:pPr>
            <a:r>
              <a:t/>
            </a:r>
            <a:endParaRPr sz="4200"/>
          </a:p>
          <a:p>
            <a:pPr indent="-355282" lvl="0" marL="457200" rtl="0" algn="l">
              <a:lnSpc>
                <a:spcPct val="100000"/>
              </a:lnSpc>
              <a:spcBef>
                <a:spcPts val="0"/>
              </a:spcBef>
              <a:spcAft>
                <a:spcPts val="0"/>
              </a:spcAft>
              <a:buSzPct val="100000"/>
              <a:buChar char="•"/>
            </a:pPr>
            <a:r>
              <a:rPr lang="en-US" sz="4200"/>
              <a:t>Open-source and horizontally scalable</a:t>
            </a:r>
            <a:endParaRPr sz="4200"/>
          </a:p>
          <a:p>
            <a:pPr indent="-355282" lvl="0" marL="457200" rtl="0" algn="l">
              <a:lnSpc>
                <a:spcPct val="100000"/>
              </a:lnSpc>
              <a:spcBef>
                <a:spcPts val="1000"/>
              </a:spcBef>
              <a:spcAft>
                <a:spcPts val="0"/>
              </a:spcAft>
              <a:buSzPct val="100000"/>
              <a:buChar char="•"/>
            </a:pPr>
            <a:r>
              <a:rPr lang="en-US" sz="4200"/>
              <a:t>Designed for high-throughput log ingestion</a:t>
            </a:r>
            <a:endParaRPr sz="4200"/>
          </a:p>
          <a:p>
            <a:pPr indent="-355282" lvl="0" marL="457200" rtl="0" algn="l">
              <a:lnSpc>
                <a:spcPct val="100000"/>
              </a:lnSpc>
              <a:spcBef>
                <a:spcPts val="1000"/>
              </a:spcBef>
              <a:spcAft>
                <a:spcPts val="0"/>
              </a:spcAft>
              <a:buSzPct val="100000"/>
              <a:buChar char="•"/>
            </a:pPr>
            <a:r>
              <a:rPr lang="en-US" sz="4200"/>
              <a:t>Optimized storage format with blazing-fast reads</a:t>
            </a:r>
            <a:endParaRPr sz="4200"/>
          </a:p>
          <a:p>
            <a:pPr indent="-355282" lvl="0" marL="457200" rtl="0" algn="l">
              <a:lnSpc>
                <a:spcPct val="100000"/>
              </a:lnSpc>
              <a:spcBef>
                <a:spcPts val="1000"/>
              </a:spcBef>
              <a:spcAft>
                <a:spcPts val="0"/>
              </a:spcAft>
              <a:buSzPct val="100000"/>
              <a:buChar char="•"/>
            </a:pPr>
            <a:r>
              <a:rPr lang="en-US" sz="4200"/>
              <a:t>Compatible with Grafana, Prometheus-style remote-write and logging agents</a:t>
            </a:r>
            <a:endParaRPr b="1" sz="4200"/>
          </a:p>
          <a:p>
            <a:pPr indent="0" lvl="0" marL="0" rtl="0" algn="l">
              <a:lnSpc>
                <a:spcPct val="118750"/>
              </a:lnSpc>
              <a:spcBef>
                <a:spcPts val="1000"/>
              </a:spcBef>
              <a:spcAft>
                <a:spcPts val="0"/>
              </a:spcAft>
              <a:buClr>
                <a:srgbClr val="272525"/>
              </a:buClr>
              <a:buSzPct val="120000"/>
              <a:buFont typeface="Inter"/>
              <a:buNone/>
            </a:pPr>
            <a:r>
              <a:t/>
            </a:r>
            <a:endParaRPr sz="2000"/>
          </a:p>
          <a:p>
            <a:pPr indent="0" lvl="0" marL="457200" rtl="0" algn="l">
              <a:lnSpc>
                <a:spcPct val="259090"/>
              </a:lnSpc>
              <a:spcBef>
                <a:spcPts val="0"/>
              </a:spcBef>
              <a:spcAft>
                <a:spcPts val="0"/>
              </a:spcAft>
              <a:buNone/>
            </a:pPr>
            <a:r>
              <a:t/>
            </a:r>
            <a:endParaRPr b="1" sz="1800"/>
          </a:p>
          <a:p>
            <a:pPr indent="0" lvl="0" marL="0" rtl="0" algn="l">
              <a:lnSpc>
                <a:spcPct val="150000"/>
              </a:lnSpc>
              <a:spcBef>
                <a:spcPts val="0"/>
              </a:spcBef>
              <a:spcAft>
                <a:spcPts val="0"/>
              </a:spcAft>
              <a:buNone/>
            </a:pPr>
            <a:r>
              <a:t/>
            </a:r>
            <a:endParaRPr sz="2000"/>
          </a:p>
          <a:p>
            <a:pPr indent="0" lvl="0" marL="0" rtl="0" algn="l">
              <a:lnSpc>
                <a:spcPct val="150000"/>
              </a:lnSpc>
              <a:spcBef>
                <a:spcPts val="0"/>
              </a:spcBef>
              <a:spcAft>
                <a:spcPts val="0"/>
              </a:spcAft>
              <a:buNone/>
            </a:pPr>
            <a:r>
              <a:t/>
            </a:r>
            <a:endParaRPr sz="2000"/>
          </a:p>
          <a:p>
            <a:pPr indent="0" lvl="0" marL="0" rtl="0" algn="l">
              <a:lnSpc>
                <a:spcPct val="150000"/>
              </a:lnSpc>
              <a:spcBef>
                <a:spcPts val="0"/>
              </a:spcBef>
              <a:spcAft>
                <a:spcPts val="0"/>
              </a:spcAft>
              <a:buNone/>
            </a:pPr>
            <a:r>
              <a:t/>
            </a:r>
            <a:endParaRPr sz="2000"/>
          </a:p>
          <a:p>
            <a:pPr indent="0" lvl="0" marL="0" rtl="0" algn="l">
              <a:lnSpc>
                <a:spcPct val="150000"/>
              </a:lnSpc>
              <a:spcBef>
                <a:spcPts val="0"/>
              </a:spcBef>
              <a:spcAft>
                <a:spcPts val="0"/>
              </a:spcAft>
              <a:buClr>
                <a:schemeClr val="dk1"/>
              </a:buClr>
              <a:buSzPct val="55000"/>
              <a:buFont typeface="Arial"/>
              <a:buNone/>
            </a:pPr>
            <a:r>
              <a:t/>
            </a:r>
            <a:endParaRPr sz="2000"/>
          </a:p>
          <a:p>
            <a:pPr indent="0" lvl="0" marL="0" rtl="0" algn="l">
              <a:spcBef>
                <a:spcPts val="400"/>
              </a:spcBef>
              <a:spcAft>
                <a:spcPts val="0"/>
              </a:spcAft>
              <a:buNone/>
            </a:pPr>
            <a:r>
              <a:t/>
            </a:r>
            <a:endParaRPr/>
          </a:p>
        </p:txBody>
      </p:sp>
      <p:sp>
        <p:nvSpPr>
          <p:cNvPr id="545" name="Google Shape;545;g36d5a26939b_4_0"/>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VictoriaLogs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graphicFrame>
        <p:nvGraphicFramePr>
          <p:cNvPr id="551" name="Google Shape;551;g36d5a26939b_4_14"/>
          <p:cNvGraphicFramePr/>
          <p:nvPr/>
        </p:nvGraphicFramePr>
        <p:xfrm>
          <a:off x="843500" y="1168825"/>
          <a:ext cx="3000000" cy="3000000"/>
        </p:xfrm>
        <a:graphic>
          <a:graphicData uri="http://schemas.openxmlformats.org/drawingml/2006/table">
            <a:tbl>
              <a:tblPr>
                <a:noFill/>
                <a:tableStyleId>{AFCF7E55-C788-4110-A52C-280FE4C64874}</a:tableStyleId>
              </a:tblPr>
              <a:tblGrid>
                <a:gridCol w="1925825"/>
                <a:gridCol w="8579175"/>
              </a:tblGrid>
              <a:tr h="571525">
                <a:tc>
                  <a:txBody>
                    <a:bodyPr/>
                    <a:lstStyle/>
                    <a:p>
                      <a:pPr indent="0" lvl="0" marL="0" rtl="0" algn="l">
                        <a:lnSpc>
                          <a:spcPct val="115000"/>
                        </a:lnSpc>
                        <a:spcBef>
                          <a:spcPts val="0"/>
                        </a:spcBef>
                        <a:spcAft>
                          <a:spcPts val="0"/>
                        </a:spcAft>
                        <a:buNone/>
                      </a:pPr>
                      <a:r>
                        <a:rPr b="1" lang="en-US" sz="2000">
                          <a:solidFill>
                            <a:schemeClr val="lt1"/>
                          </a:solidFill>
                        </a:rPr>
                        <a:t>Component</a:t>
                      </a:r>
                      <a:endParaRPr b="1"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chemeClr val="lt1"/>
                          </a:solidFill>
                        </a:rPr>
                        <a:t>Function</a:t>
                      </a:r>
                      <a:endParaRPr b="1"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921450">
                <a:tc>
                  <a:txBody>
                    <a:bodyPr/>
                    <a:lstStyle/>
                    <a:p>
                      <a:pPr indent="0" lvl="0" marL="0" rtl="0" algn="l">
                        <a:spcBef>
                          <a:spcPts val="0"/>
                        </a:spcBef>
                        <a:spcAft>
                          <a:spcPts val="0"/>
                        </a:spcAft>
                        <a:buNone/>
                      </a:pPr>
                      <a:r>
                        <a:rPr b="1" lang="en-US" sz="2000">
                          <a:solidFill>
                            <a:schemeClr val="lt1"/>
                          </a:solidFill>
                        </a:rPr>
                        <a:t>Log Agents</a:t>
                      </a:r>
                      <a:endParaRPr b="1"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lt1"/>
                          </a:solidFill>
                        </a:rPr>
                        <a:t>Fluent Bit / Logstash / Vector collect logs and forward them via HTTP</a:t>
                      </a:r>
                      <a:endParaRPr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818025">
                <a:tc>
                  <a:txBody>
                    <a:bodyPr/>
                    <a:lstStyle/>
                    <a:p>
                      <a:pPr indent="0" lvl="0" marL="0" rtl="0" algn="l">
                        <a:spcBef>
                          <a:spcPts val="0"/>
                        </a:spcBef>
                        <a:spcAft>
                          <a:spcPts val="0"/>
                        </a:spcAft>
                        <a:buNone/>
                      </a:pPr>
                      <a:r>
                        <a:rPr b="1" lang="en-US" sz="2000">
                          <a:solidFill>
                            <a:schemeClr val="lt1"/>
                          </a:solidFill>
                        </a:rPr>
                        <a:t>VictoriaLogs Node</a:t>
                      </a:r>
                      <a:endParaRPr b="1"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lt1"/>
                          </a:solidFill>
                        </a:rPr>
                        <a:t>Receives logs, indexes them, and writes to compressed storage</a:t>
                      </a:r>
                      <a:endParaRPr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921450">
                <a:tc>
                  <a:txBody>
                    <a:bodyPr/>
                    <a:lstStyle/>
                    <a:p>
                      <a:pPr indent="0" lvl="0" marL="0" rtl="0" algn="l">
                        <a:spcBef>
                          <a:spcPts val="0"/>
                        </a:spcBef>
                        <a:spcAft>
                          <a:spcPts val="0"/>
                        </a:spcAft>
                        <a:buNone/>
                      </a:pPr>
                      <a:r>
                        <a:rPr b="1" lang="en-US" sz="2000">
                          <a:solidFill>
                            <a:schemeClr val="lt1"/>
                          </a:solidFill>
                        </a:rPr>
                        <a:t>Query Engine</a:t>
                      </a:r>
                      <a:endParaRPr b="1"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lt1"/>
                          </a:solidFill>
                        </a:rPr>
                        <a:t>Provides fast read-access through advanced filters and full-text search</a:t>
                      </a:r>
                      <a:endParaRPr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818025">
                <a:tc>
                  <a:txBody>
                    <a:bodyPr/>
                    <a:lstStyle/>
                    <a:p>
                      <a:pPr indent="0" lvl="0" marL="0" rtl="0" algn="l">
                        <a:spcBef>
                          <a:spcPts val="0"/>
                        </a:spcBef>
                        <a:spcAft>
                          <a:spcPts val="0"/>
                        </a:spcAft>
                        <a:buNone/>
                      </a:pPr>
                      <a:r>
                        <a:rPr b="1" lang="en-US" sz="2000">
                          <a:solidFill>
                            <a:schemeClr val="lt1"/>
                          </a:solidFill>
                        </a:rPr>
                        <a:t>Storage Engine</a:t>
                      </a:r>
                      <a:endParaRPr b="1"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lt1"/>
                          </a:solidFill>
                        </a:rPr>
                        <a:t>Optimized for write-heavy workloads, low-latency access, and disk efficiency</a:t>
                      </a:r>
                      <a:endParaRPr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876700">
                <a:tc>
                  <a:txBody>
                    <a:bodyPr/>
                    <a:lstStyle/>
                    <a:p>
                      <a:pPr indent="0" lvl="0" marL="0" rtl="0" algn="l">
                        <a:spcBef>
                          <a:spcPts val="0"/>
                        </a:spcBef>
                        <a:spcAft>
                          <a:spcPts val="0"/>
                        </a:spcAft>
                        <a:buNone/>
                      </a:pPr>
                      <a:r>
                        <a:rPr b="1" lang="en-US" sz="2000">
                          <a:solidFill>
                            <a:schemeClr val="lt1"/>
                          </a:solidFill>
                        </a:rPr>
                        <a:t>Access Layer</a:t>
                      </a:r>
                      <a:endParaRPr b="1"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lt1"/>
                          </a:solidFill>
                        </a:rPr>
                        <a:t>Supports API key control and tenant-level access management</a:t>
                      </a:r>
                      <a:endParaRPr sz="20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552" name="Google Shape;552;g36d5a26939b_4_14"/>
          <p:cNvSpPr txBox="1"/>
          <p:nvPr/>
        </p:nvSpPr>
        <p:spPr>
          <a:xfrm>
            <a:off x="381000" y="188400"/>
            <a:ext cx="56325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800">
                <a:solidFill>
                  <a:schemeClr val="lt1"/>
                </a:solidFill>
              </a:rPr>
              <a:t>VictoriaLogs </a:t>
            </a:r>
            <a:r>
              <a:rPr b="1" lang="en-US" sz="2800">
                <a:solidFill>
                  <a:schemeClr val="lt1"/>
                </a:solidFill>
              </a:rPr>
              <a:t>System Overview</a:t>
            </a:r>
            <a:endParaRPr b="1" sz="32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6d5a26939b_0_199"/>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59" name="Google Shape;559;g36d5a26939b_0_199"/>
          <p:cNvSpPr txBox="1"/>
          <p:nvPr>
            <p:ph idx="1" type="body"/>
          </p:nvPr>
        </p:nvSpPr>
        <p:spPr>
          <a:xfrm>
            <a:off x="216700" y="999150"/>
            <a:ext cx="11567400" cy="5097600"/>
          </a:xfrm>
          <a:prstGeom prst="rect">
            <a:avLst/>
          </a:prstGeom>
        </p:spPr>
        <p:txBody>
          <a:bodyPr anchorCtr="0" anchor="t" bIns="91425" lIns="0" spcFirstLastPara="1" rIns="0" wrap="square" tIns="91425">
            <a:normAutofit/>
          </a:bodyPr>
          <a:lstStyle/>
          <a:p>
            <a:pPr indent="-355600" lvl="0" marL="457200" rtl="0" algn="l">
              <a:lnSpc>
                <a:spcPct val="142500"/>
              </a:lnSpc>
              <a:spcBef>
                <a:spcPts val="0"/>
              </a:spcBef>
              <a:spcAft>
                <a:spcPts val="0"/>
              </a:spcAft>
              <a:buSzPts val="2000"/>
              <a:buAutoNum type="arabicPeriod"/>
            </a:pPr>
            <a:r>
              <a:rPr b="1" lang="en-US" sz="2000"/>
              <a:t>Collection - </a:t>
            </a:r>
            <a:r>
              <a:rPr lang="en-US" sz="2000"/>
              <a:t>Logs are collected using agents like Fluent Bit or Vector and sent via HTTP.</a:t>
            </a:r>
            <a:endParaRPr sz="2000"/>
          </a:p>
          <a:p>
            <a:pPr indent="-355600" lvl="0" marL="457200" rtl="0" algn="l">
              <a:lnSpc>
                <a:spcPct val="142500"/>
              </a:lnSpc>
              <a:spcBef>
                <a:spcPts val="0"/>
              </a:spcBef>
              <a:spcAft>
                <a:spcPts val="0"/>
              </a:spcAft>
              <a:buSzPts val="2000"/>
              <a:buAutoNum type="arabicPeriod"/>
            </a:pPr>
            <a:r>
              <a:rPr b="1" lang="en-US" sz="2000"/>
              <a:t>Ingestion - </a:t>
            </a:r>
            <a:r>
              <a:rPr lang="en-US" sz="2000"/>
              <a:t>VictoriaLogs immediately parses and stores logs using columnar compression.</a:t>
            </a:r>
            <a:endParaRPr sz="2000"/>
          </a:p>
          <a:p>
            <a:pPr indent="-355600" lvl="0" marL="457200" rtl="0" algn="l">
              <a:lnSpc>
                <a:spcPct val="142500"/>
              </a:lnSpc>
              <a:spcBef>
                <a:spcPts val="0"/>
              </a:spcBef>
              <a:spcAft>
                <a:spcPts val="0"/>
              </a:spcAft>
              <a:buSzPts val="2000"/>
              <a:buAutoNum type="arabicPeriod"/>
            </a:pPr>
            <a:r>
              <a:rPr b="1" lang="en-US" sz="2000"/>
              <a:t>Indexing - </a:t>
            </a:r>
            <a:r>
              <a:rPr lang="en-US" sz="2000"/>
              <a:t>Structured data and full-text are indexed on the fly for rapid future queries.</a:t>
            </a:r>
            <a:endParaRPr sz="2000"/>
          </a:p>
          <a:p>
            <a:pPr indent="-355600" lvl="0" marL="457200" rtl="0" algn="l">
              <a:lnSpc>
                <a:spcPct val="142500"/>
              </a:lnSpc>
              <a:spcBef>
                <a:spcPts val="0"/>
              </a:spcBef>
              <a:spcAft>
                <a:spcPts val="0"/>
              </a:spcAft>
              <a:buSzPts val="2000"/>
              <a:buAutoNum type="arabicPeriod"/>
            </a:pPr>
            <a:r>
              <a:rPr b="1" lang="en-US" sz="2000"/>
              <a:t>Retention - </a:t>
            </a:r>
            <a:r>
              <a:rPr lang="en-US" sz="2000"/>
              <a:t>Log retention policies can be tuned with time-based deletion or disk quotas</a:t>
            </a:r>
            <a:r>
              <a:rPr lang="en-US" sz="2000">
                <a:solidFill>
                  <a:srgbClr val="272525"/>
                </a:solidFill>
                <a:latin typeface="Inter"/>
                <a:ea typeface="Inter"/>
                <a:cs typeface="Inter"/>
                <a:sym typeface="Inter"/>
              </a:rPr>
              <a:t>.</a:t>
            </a:r>
            <a:endParaRPr sz="2000">
              <a:solidFill>
                <a:srgbClr val="272525"/>
              </a:solidFill>
              <a:latin typeface="Inter"/>
              <a:ea typeface="Inter"/>
              <a:cs typeface="Inter"/>
              <a:sym typeface="Inter"/>
            </a:endParaRPr>
          </a:p>
          <a:p>
            <a:pPr indent="0" lvl="0" marL="0" rtl="0" algn="l">
              <a:lnSpc>
                <a:spcPct val="142500"/>
              </a:lnSpc>
              <a:spcBef>
                <a:spcPts val="0"/>
              </a:spcBef>
              <a:spcAft>
                <a:spcPts val="0"/>
              </a:spcAft>
              <a:buNone/>
            </a:pPr>
            <a:r>
              <a:t/>
            </a:r>
            <a:endParaRPr sz="2000">
              <a:solidFill>
                <a:srgbClr val="272525"/>
              </a:solidFill>
              <a:latin typeface="Inter"/>
              <a:ea typeface="Inter"/>
              <a:cs typeface="Inter"/>
              <a:sym typeface="Inter"/>
            </a:endParaRPr>
          </a:p>
          <a:p>
            <a:pPr indent="0" lvl="0" marL="0" rtl="0" algn="l">
              <a:lnSpc>
                <a:spcPct val="142500"/>
              </a:lnSpc>
              <a:spcBef>
                <a:spcPts val="0"/>
              </a:spcBef>
              <a:spcAft>
                <a:spcPts val="0"/>
              </a:spcAft>
              <a:buNone/>
            </a:pPr>
            <a:r>
              <a:rPr b="1" lang="en-US" sz="2800">
                <a:latin typeface="Inter"/>
                <a:ea typeface="Inter"/>
                <a:cs typeface="Inter"/>
                <a:sym typeface="Inter"/>
              </a:rPr>
              <a:t>Query Path and Search Capabilities</a:t>
            </a:r>
            <a:endParaRPr b="1" sz="2800">
              <a:latin typeface="Inter"/>
              <a:ea typeface="Inter"/>
              <a:cs typeface="Inter"/>
              <a:sym typeface="Inter"/>
            </a:endParaRPr>
          </a:p>
          <a:p>
            <a:pPr indent="-355600" lvl="0" marL="457200" rtl="0" algn="l">
              <a:lnSpc>
                <a:spcPct val="142500"/>
              </a:lnSpc>
              <a:spcBef>
                <a:spcPts val="0"/>
              </a:spcBef>
              <a:spcAft>
                <a:spcPts val="0"/>
              </a:spcAft>
              <a:buSzPts val="2000"/>
              <a:buFont typeface="Inter"/>
              <a:buChar char="●"/>
            </a:pPr>
            <a:r>
              <a:rPr lang="en-US" sz="2000">
                <a:latin typeface="Inter"/>
                <a:ea typeface="Inter"/>
                <a:cs typeface="Inter"/>
                <a:sym typeface="Inter"/>
              </a:rPr>
              <a:t>Supports powerful </a:t>
            </a:r>
            <a:r>
              <a:rPr b="1" lang="en-US" sz="2000">
                <a:latin typeface="Inter"/>
                <a:ea typeface="Inter"/>
                <a:cs typeface="Inter"/>
                <a:sym typeface="Inter"/>
              </a:rPr>
              <a:t>Lucene-like query syntax</a:t>
            </a:r>
            <a:r>
              <a:rPr lang="en-US" sz="2000">
                <a:latin typeface="Inter"/>
                <a:ea typeface="Inter"/>
                <a:cs typeface="Inter"/>
                <a:sym typeface="Inter"/>
              </a:rPr>
              <a:t>.</a:t>
            </a:r>
            <a:endParaRPr sz="2000">
              <a:latin typeface="Inter"/>
              <a:ea typeface="Inter"/>
              <a:cs typeface="Inter"/>
              <a:sym typeface="Inter"/>
            </a:endParaRPr>
          </a:p>
          <a:p>
            <a:pPr indent="-355600" lvl="0" marL="457200" rtl="0" algn="l">
              <a:lnSpc>
                <a:spcPct val="142500"/>
              </a:lnSpc>
              <a:spcBef>
                <a:spcPts val="0"/>
              </a:spcBef>
              <a:spcAft>
                <a:spcPts val="0"/>
              </a:spcAft>
              <a:buSzPts val="2000"/>
              <a:buFont typeface="Inter"/>
              <a:buChar char="●"/>
            </a:pPr>
            <a:r>
              <a:rPr lang="en-US" sz="2000">
                <a:latin typeface="Inter"/>
                <a:ea typeface="Inter"/>
                <a:cs typeface="Inter"/>
                <a:sym typeface="Inter"/>
              </a:rPr>
              <a:t>Enables </a:t>
            </a:r>
            <a:r>
              <a:rPr b="1" lang="en-US" sz="2000">
                <a:latin typeface="Inter"/>
                <a:ea typeface="Inter"/>
                <a:cs typeface="Inter"/>
                <a:sym typeface="Inter"/>
              </a:rPr>
              <a:t>real-time filtering</a:t>
            </a:r>
            <a:r>
              <a:rPr lang="en-US" sz="2000">
                <a:latin typeface="Inter"/>
                <a:ea typeface="Inter"/>
                <a:cs typeface="Inter"/>
                <a:sym typeface="Inter"/>
              </a:rPr>
              <a:t>, full-text, and regex search over billions of logs.</a:t>
            </a:r>
            <a:endParaRPr sz="2000">
              <a:latin typeface="Calibri"/>
              <a:ea typeface="Calibri"/>
              <a:cs typeface="Calibri"/>
              <a:sym typeface="Calibri"/>
            </a:endParaRPr>
          </a:p>
          <a:p>
            <a:pPr indent="-355600" lvl="0" marL="457200" rtl="0" algn="l">
              <a:lnSpc>
                <a:spcPct val="142500"/>
              </a:lnSpc>
              <a:spcBef>
                <a:spcPts val="0"/>
              </a:spcBef>
              <a:spcAft>
                <a:spcPts val="0"/>
              </a:spcAft>
              <a:buSzPts val="2000"/>
              <a:buFont typeface="Inter"/>
              <a:buChar char="●"/>
            </a:pPr>
            <a:r>
              <a:rPr b="1" lang="en-US" sz="2000">
                <a:latin typeface="Inter"/>
                <a:ea typeface="Inter"/>
                <a:cs typeface="Inter"/>
                <a:sym typeface="Inter"/>
              </a:rPr>
              <a:t>Field-based queries</a:t>
            </a:r>
            <a:r>
              <a:rPr lang="en-US" sz="2000">
                <a:latin typeface="Inter"/>
                <a:ea typeface="Inter"/>
                <a:cs typeface="Inter"/>
                <a:sym typeface="Inter"/>
              </a:rPr>
              <a:t> allow fast aggregation, diagnostics, and debugging.</a:t>
            </a:r>
            <a:endParaRPr sz="2000">
              <a:latin typeface="Calibri"/>
              <a:ea typeface="Calibri"/>
              <a:cs typeface="Calibri"/>
              <a:sym typeface="Calibri"/>
            </a:endParaRPr>
          </a:p>
          <a:p>
            <a:pPr indent="-355600" lvl="0" marL="457200" rtl="0" algn="l">
              <a:lnSpc>
                <a:spcPct val="142500"/>
              </a:lnSpc>
              <a:spcBef>
                <a:spcPts val="0"/>
              </a:spcBef>
              <a:spcAft>
                <a:spcPts val="0"/>
              </a:spcAft>
              <a:buSzPts val="2000"/>
              <a:buFont typeface="Inter"/>
              <a:buChar char="●"/>
            </a:pPr>
            <a:r>
              <a:rPr lang="en-US" sz="2000">
                <a:latin typeface="Inter"/>
                <a:ea typeface="Inter"/>
                <a:cs typeface="Inter"/>
                <a:sym typeface="Inter"/>
              </a:rPr>
              <a:t>Returns results in milliseconds even under heavy load.</a:t>
            </a:r>
            <a:endParaRPr sz="2000">
              <a:solidFill>
                <a:srgbClr val="272525"/>
              </a:solidFill>
              <a:latin typeface="Inter"/>
              <a:ea typeface="Inter"/>
              <a:cs typeface="Inter"/>
              <a:sym typeface="Inter"/>
            </a:endParaRPr>
          </a:p>
        </p:txBody>
      </p:sp>
      <p:sp>
        <p:nvSpPr>
          <p:cNvPr id="560" name="Google Shape;560;g36d5a26939b_0_199"/>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Write and Ingest Path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6d5a26939b_0_206"/>
          <p:cNvSpPr txBox="1"/>
          <p:nvPr>
            <p:ph idx="12" type="sldNum"/>
          </p:nvPr>
        </p:nvSpPr>
        <p:spPr>
          <a:xfrm>
            <a:off x="11212406" y="631656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67" name="Google Shape;567;g36d5a26939b_0_206"/>
          <p:cNvSpPr txBox="1"/>
          <p:nvPr>
            <p:ph type="title"/>
          </p:nvPr>
        </p:nvSpPr>
        <p:spPr>
          <a:xfrm>
            <a:off x="295293" y="40660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Deployment Modes</a:t>
            </a:r>
            <a:endParaRPr/>
          </a:p>
        </p:txBody>
      </p:sp>
      <p:graphicFrame>
        <p:nvGraphicFramePr>
          <p:cNvPr id="568" name="Google Shape;568;g36d5a26939b_0_206"/>
          <p:cNvGraphicFramePr/>
          <p:nvPr/>
        </p:nvGraphicFramePr>
        <p:xfrm>
          <a:off x="688225" y="1503050"/>
          <a:ext cx="3000000" cy="3000000"/>
        </p:xfrm>
        <a:graphic>
          <a:graphicData uri="http://schemas.openxmlformats.org/drawingml/2006/table">
            <a:tbl>
              <a:tblPr>
                <a:noFill/>
                <a:tableStyleId>{09C7D50C-2FA1-4F18-BF53-A6209DE86074}</a:tableStyleId>
              </a:tblPr>
              <a:tblGrid>
                <a:gridCol w="2694750"/>
                <a:gridCol w="4433100"/>
                <a:gridCol w="3563925"/>
              </a:tblGrid>
              <a:tr h="729650">
                <a:tc>
                  <a:txBody>
                    <a:bodyPr/>
                    <a:lstStyle/>
                    <a:p>
                      <a:pPr indent="0" lvl="0" marL="0" rtl="0" algn="ctr">
                        <a:spcBef>
                          <a:spcPts val="0"/>
                        </a:spcBef>
                        <a:spcAft>
                          <a:spcPts val="0"/>
                        </a:spcAft>
                        <a:buNone/>
                      </a:pPr>
                      <a:r>
                        <a:rPr b="1" lang="en-US" sz="2000">
                          <a:solidFill>
                            <a:schemeClr val="lt1"/>
                          </a:solidFill>
                        </a:rPr>
                        <a:t>Mode</a:t>
                      </a:r>
                      <a:endParaRPr b="1" sz="2000">
                        <a:solidFill>
                          <a:schemeClr val="lt1"/>
                        </a:solidFill>
                      </a:endParaRPr>
                    </a:p>
                  </a:txBody>
                  <a:tcPr marT="91425" marB="91425" marR="91425" marL="91425"/>
                </a:tc>
                <a:tc>
                  <a:txBody>
                    <a:bodyPr/>
                    <a:lstStyle/>
                    <a:p>
                      <a:pPr indent="0" lvl="0" marL="0" rtl="0" algn="ctr">
                        <a:spcBef>
                          <a:spcPts val="0"/>
                        </a:spcBef>
                        <a:spcAft>
                          <a:spcPts val="0"/>
                        </a:spcAft>
                        <a:buNone/>
                      </a:pPr>
                      <a:r>
                        <a:rPr b="1" lang="en-US" sz="2000">
                          <a:solidFill>
                            <a:schemeClr val="lt1"/>
                          </a:solidFill>
                        </a:rPr>
                        <a:t>Description</a:t>
                      </a:r>
                      <a:endParaRPr b="1" sz="2000">
                        <a:solidFill>
                          <a:schemeClr val="lt1"/>
                        </a:solidFill>
                      </a:endParaRPr>
                    </a:p>
                  </a:txBody>
                  <a:tcPr marT="91425" marB="91425" marR="91425" marL="91425"/>
                </a:tc>
                <a:tc>
                  <a:txBody>
                    <a:bodyPr/>
                    <a:lstStyle/>
                    <a:p>
                      <a:pPr indent="0" lvl="0" marL="0" rtl="0" algn="ctr">
                        <a:spcBef>
                          <a:spcPts val="0"/>
                        </a:spcBef>
                        <a:spcAft>
                          <a:spcPts val="0"/>
                        </a:spcAft>
                        <a:buNone/>
                      </a:pPr>
                      <a:r>
                        <a:rPr b="1" lang="en-US" sz="2000">
                          <a:solidFill>
                            <a:schemeClr val="lt1"/>
                          </a:solidFill>
                        </a:rPr>
                        <a:t>Best For</a:t>
                      </a:r>
                      <a:endParaRPr b="1" sz="2000">
                        <a:solidFill>
                          <a:schemeClr val="lt1"/>
                        </a:solidFill>
                      </a:endParaRPr>
                    </a:p>
                  </a:txBody>
                  <a:tcPr marT="91425" marB="91425" marR="91425" marL="91425"/>
                </a:tc>
              </a:tr>
              <a:tr h="1187325">
                <a:tc>
                  <a:txBody>
                    <a:bodyPr/>
                    <a:lstStyle/>
                    <a:p>
                      <a:pPr indent="0" lvl="0" marL="0" rtl="0" algn="l">
                        <a:spcBef>
                          <a:spcPts val="0"/>
                        </a:spcBef>
                        <a:spcAft>
                          <a:spcPts val="0"/>
                        </a:spcAft>
                        <a:buNone/>
                      </a:pPr>
                      <a:r>
                        <a:rPr lang="en-US" sz="2000">
                          <a:solidFill>
                            <a:schemeClr val="lt1"/>
                          </a:solidFill>
                        </a:rPr>
                        <a:t>Single Binary</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All-in-one instance with ingestion + query</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Dev/Test, Small Systems</a:t>
                      </a:r>
                      <a:endParaRPr sz="2000">
                        <a:solidFill>
                          <a:schemeClr val="lt1"/>
                        </a:solidFill>
                      </a:endParaRPr>
                    </a:p>
                  </a:txBody>
                  <a:tcPr marT="91425" marB="91425" marR="91425" marL="91425"/>
                </a:tc>
              </a:tr>
              <a:tr h="1187325">
                <a:tc>
                  <a:txBody>
                    <a:bodyPr/>
                    <a:lstStyle/>
                    <a:p>
                      <a:pPr indent="0" lvl="0" marL="0" rtl="0" algn="l">
                        <a:spcBef>
                          <a:spcPts val="0"/>
                        </a:spcBef>
                        <a:spcAft>
                          <a:spcPts val="0"/>
                        </a:spcAft>
                        <a:buNone/>
                      </a:pPr>
                      <a:r>
                        <a:rPr lang="en-US" sz="2000">
                          <a:solidFill>
                            <a:schemeClr val="lt1"/>
                          </a:solidFill>
                        </a:rPr>
                        <a:t>Clustered Mode</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Horizontally scalable, shared object storage</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Mid to Large Deployments</a:t>
                      </a:r>
                      <a:endParaRPr sz="2000">
                        <a:solidFill>
                          <a:schemeClr val="lt1"/>
                        </a:solidFill>
                      </a:endParaRPr>
                    </a:p>
                    <a:p>
                      <a:pPr indent="0" lvl="0" marL="0" rtl="0" algn="l">
                        <a:spcBef>
                          <a:spcPts val="0"/>
                        </a:spcBef>
                        <a:spcAft>
                          <a:spcPts val="0"/>
                        </a:spcAft>
                        <a:buNone/>
                      </a:pPr>
                      <a:r>
                        <a:t/>
                      </a:r>
                      <a:endParaRPr sz="2000">
                        <a:solidFill>
                          <a:schemeClr val="lt1"/>
                        </a:solidFill>
                      </a:endParaRPr>
                    </a:p>
                  </a:txBody>
                  <a:tcPr marT="91425" marB="91425" marR="91425" marL="91425"/>
                </a:tc>
              </a:tr>
              <a:tr h="1187325">
                <a:tc>
                  <a:txBody>
                    <a:bodyPr/>
                    <a:lstStyle/>
                    <a:p>
                      <a:pPr indent="0" lvl="0" marL="0" rtl="0" algn="l">
                        <a:spcBef>
                          <a:spcPts val="0"/>
                        </a:spcBef>
                        <a:spcAft>
                          <a:spcPts val="0"/>
                        </a:spcAft>
                        <a:buNone/>
                      </a:pPr>
                      <a:r>
                        <a:rPr lang="en-US" sz="2000">
                          <a:solidFill>
                            <a:schemeClr val="lt1"/>
                          </a:solidFill>
                        </a:rPr>
                        <a:t>HA Production</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Multi-node with replication, sharding, and HA</a:t>
                      </a:r>
                      <a:endParaRPr sz="2000">
                        <a:solidFill>
                          <a:schemeClr val="lt1"/>
                        </a:solidFill>
                      </a:endParaRPr>
                    </a:p>
                  </a:txBody>
                  <a:tcPr marT="91425" marB="91425" marR="91425" marL="91425"/>
                </a:tc>
                <a:tc>
                  <a:txBody>
                    <a:bodyPr/>
                    <a:lstStyle/>
                    <a:p>
                      <a:pPr indent="0" lvl="0" marL="0" rtl="0" algn="l">
                        <a:lnSpc>
                          <a:spcPct val="162857"/>
                        </a:lnSpc>
                        <a:spcBef>
                          <a:spcPts val="0"/>
                        </a:spcBef>
                        <a:spcAft>
                          <a:spcPts val="0"/>
                        </a:spcAft>
                        <a:buClr>
                          <a:srgbClr val="272525"/>
                        </a:buClr>
                        <a:buSzPts val="1750"/>
                        <a:buFont typeface="Inter"/>
                        <a:buNone/>
                      </a:pPr>
                      <a:r>
                        <a:rPr lang="en-US" sz="2000">
                          <a:solidFill>
                            <a:schemeClr val="lt1"/>
                          </a:solidFill>
                        </a:rPr>
                        <a:t>Enterprise + SaaS Scale</a:t>
                      </a:r>
                      <a:endParaRPr sz="2000">
                        <a:solidFill>
                          <a:schemeClr val="lt1"/>
                        </a:solidFill>
                      </a:endParaRPr>
                    </a:p>
                    <a:p>
                      <a:pPr indent="0" lvl="0" marL="0" rtl="0" algn="l">
                        <a:spcBef>
                          <a:spcPts val="0"/>
                        </a:spcBef>
                        <a:spcAft>
                          <a:spcPts val="0"/>
                        </a:spcAft>
                        <a:buNone/>
                      </a:pPr>
                      <a:r>
                        <a:t/>
                      </a:r>
                      <a:endParaRPr sz="2000">
                        <a:solidFill>
                          <a:schemeClr val="lt1"/>
                        </a:solidFill>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36d5a26939b_4_43"/>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75" name="Google Shape;575;g36d5a26939b_4_43"/>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Access</a:t>
            </a:r>
            <a:r>
              <a:rPr lang="en-US"/>
              <a:t> Control Features</a:t>
            </a:r>
            <a:endParaRPr/>
          </a:p>
        </p:txBody>
      </p:sp>
      <p:graphicFrame>
        <p:nvGraphicFramePr>
          <p:cNvPr id="576" name="Google Shape;576;g36d5a26939b_4_43"/>
          <p:cNvGraphicFramePr/>
          <p:nvPr/>
        </p:nvGraphicFramePr>
        <p:xfrm>
          <a:off x="990325" y="1185325"/>
          <a:ext cx="3000000" cy="3000000"/>
        </p:xfrm>
        <a:graphic>
          <a:graphicData uri="http://schemas.openxmlformats.org/drawingml/2006/table">
            <a:tbl>
              <a:tblPr>
                <a:noFill/>
                <a:tableStyleId>{09C7D50C-2FA1-4F18-BF53-A6209DE86074}</a:tableStyleId>
              </a:tblPr>
              <a:tblGrid>
                <a:gridCol w="4605650"/>
                <a:gridCol w="5150200"/>
              </a:tblGrid>
              <a:tr h="645500">
                <a:tc>
                  <a:txBody>
                    <a:bodyPr/>
                    <a:lstStyle/>
                    <a:p>
                      <a:pPr indent="0" lvl="0" marL="0" rtl="0" algn="ctr">
                        <a:lnSpc>
                          <a:spcPct val="115000"/>
                        </a:lnSpc>
                        <a:spcBef>
                          <a:spcPts val="0"/>
                        </a:spcBef>
                        <a:spcAft>
                          <a:spcPts val="0"/>
                        </a:spcAft>
                        <a:buNone/>
                      </a:pPr>
                      <a:r>
                        <a:rPr b="1" lang="en-US" sz="2000">
                          <a:solidFill>
                            <a:schemeClr val="lt1"/>
                          </a:solidFill>
                        </a:rPr>
                        <a:t>Feature</a:t>
                      </a:r>
                      <a:endParaRPr b="1" sz="2000">
                        <a:solidFill>
                          <a:schemeClr val="lt1"/>
                        </a:solidFill>
                      </a:endParaRPr>
                    </a:p>
                  </a:txBody>
                  <a:tcPr marT="91425" marB="91425" marR="91425" marL="91425"/>
                </a:tc>
                <a:tc>
                  <a:txBody>
                    <a:bodyPr/>
                    <a:lstStyle/>
                    <a:p>
                      <a:pPr indent="0" lvl="0" marL="0" rtl="0" algn="l">
                        <a:spcBef>
                          <a:spcPts val="0"/>
                        </a:spcBef>
                        <a:spcAft>
                          <a:spcPts val="0"/>
                        </a:spcAft>
                        <a:buNone/>
                      </a:pPr>
                      <a:r>
                        <a:rPr lang="en-US">
                          <a:solidFill>
                            <a:schemeClr val="lt1"/>
                          </a:solidFill>
                        </a:rPr>
                        <a:t>                                         </a:t>
                      </a:r>
                      <a:r>
                        <a:rPr b="1" lang="en-US" sz="2000">
                          <a:solidFill>
                            <a:schemeClr val="lt1"/>
                          </a:solidFill>
                        </a:rPr>
                        <a:t>Advantage</a:t>
                      </a:r>
                      <a:endParaRPr b="1" sz="2000">
                        <a:solidFill>
                          <a:schemeClr val="lt1"/>
                        </a:solidFill>
                      </a:endParaRPr>
                    </a:p>
                  </a:txBody>
                  <a:tcPr marT="91425" marB="91425" marR="91425" marL="91425"/>
                </a:tc>
              </a:tr>
              <a:tr h="1007425">
                <a:tc>
                  <a:txBody>
                    <a:bodyPr/>
                    <a:lstStyle/>
                    <a:p>
                      <a:pPr indent="0" lvl="0" marL="0" rtl="0" algn="l">
                        <a:spcBef>
                          <a:spcPts val="0"/>
                        </a:spcBef>
                        <a:spcAft>
                          <a:spcPts val="0"/>
                        </a:spcAft>
                        <a:buNone/>
                      </a:pPr>
                      <a:r>
                        <a:rPr lang="en-US" sz="2000">
                          <a:solidFill>
                            <a:schemeClr val="lt1"/>
                          </a:solidFill>
                        </a:rPr>
                        <a:t>API Key Isolation</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Each tenant logs to a separate namespace using unique tokens. Ensures data isolation and secure multi-tenant access.</a:t>
                      </a:r>
                      <a:endParaRPr sz="2000">
                        <a:solidFill>
                          <a:schemeClr val="lt1"/>
                        </a:solidFill>
                      </a:endParaRPr>
                    </a:p>
                  </a:txBody>
                  <a:tcPr marT="91425" marB="91425" marR="91425" marL="91425"/>
                </a:tc>
              </a:tr>
              <a:tr h="1007425">
                <a:tc>
                  <a:txBody>
                    <a:bodyPr/>
                    <a:lstStyle/>
                    <a:p>
                      <a:pPr indent="0" lvl="0" marL="0" rtl="0" algn="l">
                        <a:spcBef>
                          <a:spcPts val="0"/>
                        </a:spcBef>
                        <a:spcAft>
                          <a:spcPts val="0"/>
                        </a:spcAft>
                        <a:buNone/>
                      </a:pPr>
                      <a:r>
                        <a:rPr lang="en-US" sz="2000">
                          <a:solidFill>
                            <a:schemeClr val="lt1"/>
                          </a:solidFill>
                        </a:rPr>
                        <a:t>RBAC + Path Separation</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Role-Based Access Control with path-based isolation allows different teams to access only their relevant data.</a:t>
                      </a:r>
                      <a:endParaRPr sz="2000">
                        <a:solidFill>
                          <a:schemeClr val="lt1"/>
                        </a:solidFill>
                      </a:endParaRPr>
                    </a:p>
                  </a:txBody>
                  <a:tcPr marT="91425" marB="91425" marR="91425" marL="91425"/>
                </a:tc>
              </a:tr>
              <a:tr h="1007425">
                <a:tc>
                  <a:txBody>
                    <a:bodyPr/>
                    <a:lstStyle/>
                    <a:p>
                      <a:pPr indent="0" lvl="0" marL="0" rtl="0" algn="l">
                        <a:spcBef>
                          <a:spcPts val="0"/>
                        </a:spcBef>
                        <a:spcAft>
                          <a:spcPts val="0"/>
                        </a:spcAft>
                        <a:buNone/>
                      </a:pPr>
                      <a:r>
                        <a:rPr lang="en-US" sz="2000">
                          <a:solidFill>
                            <a:schemeClr val="lt1"/>
                          </a:solidFill>
                        </a:rPr>
                        <a:t>SSO / OAuth Support</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Plug-and-play identity integration enables secure enterprise access using Single Sign-On (SSO) or OAuth providers</a:t>
                      </a:r>
                      <a:endParaRPr sz="2000">
                        <a:solidFill>
                          <a:schemeClr val="lt1"/>
                        </a:solidFill>
                      </a:endParaRPr>
                    </a:p>
                  </a:txBody>
                  <a:tcPr marT="91425" marB="91425" marR="91425" marL="91425"/>
                </a:tc>
              </a:tr>
              <a:tr h="1007425">
                <a:tc>
                  <a:txBody>
                    <a:bodyPr/>
                    <a:lstStyle/>
                    <a:p>
                      <a:pPr indent="0" lvl="0" marL="0" rtl="0" algn="l">
                        <a:spcBef>
                          <a:spcPts val="0"/>
                        </a:spcBef>
                        <a:spcAft>
                          <a:spcPts val="0"/>
                        </a:spcAft>
                        <a:buNone/>
                      </a:pPr>
                      <a:r>
                        <a:rPr lang="en-US" sz="2000">
                          <a:solidFill>
                            <a:schemeClr val="lt1"/>
                          </a:solidFill>
                        </a:rPr>
                        <a:t>Query Limits</a:t>
                      </a:r>
                      <a:endParaRPr sz="2000">
                        <a:solidFill>
                          <a:schemeClr val="lt1"/>
                        </a:solidFill>
                      </a:endParaRPr>
                    </a:p>
                  </a:txBody>
                  <a:tcPr marT="91425" marB="91425" marR="91425" marL="91425"/>
                </a:tc>
                <a:tc>
                  <a:txBody>
                    <a:bodyPr/>
                    <a:lstStyle/>
                    <a:p>
                      <a:pPr indent="0" lvl="0" marL="0" rtl="0" algn="l">
                        <a:spcBef>
                          <a:spcPts val="0"/>
                        </a:spcBef>
                        <a:spcAft>
                          <a:spcPts val="0"/>
                        </a:spcAft>
                        <a:buNone/>
                      </a:pPr>
                      <a:r>
                        <a:rPr lang="en-US" sz="2000">
                          <a:solidFill>
                            <a:schemeClr val="lt1"/>
                          </a:solidFill>
                        </a:rPr>
                        <a:t>Prevents system overload by enforcing per-user query caps, ensuring performance and fair resource distribution.</a:t>
                      </a:r>
                      <a:endParaRPr sz="2000">
                        <a:solidFill>
                          <a:schemeClr val="lt1"/>
                        </a:solidFill>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graphicFrame>
        <p:nvGraphicFramePr>
          <p:cNvPr id="582" name="Google Shape;582;g36d5a26939b_0_214"/>
          <p:cNvGraphicFramePr/>
          <p:nvPr/>
        </p:nvGraphicFramePr>
        <p:xfrm>
          <a:off x="380988" y="982775"/>
          <a:ext cx="3000000" cy="3000000"/>
        </p:xfrm>
        <a:graphic>
          <a:graphicData uri="http://schemas.openxmlformats.org/drawingml/2006/table">
            <a:tbl>
              <a:tblPr>
                <a:noFill/>
                <a:tableStyleId>{AFCF7E55-C788-4110-A52C-280FE4C64874}</a:tableStyleId>
              </a:tblPr>
              <a:tblGrid>
                <a:gridCol w="1741275"/>
                <a:gridCol w="3616525"/>
                <a:gridCol w="3467700"/>
                <a:gridCol w="2604500"/>
              </a:tblGrid>
              <a:tr h="433000">
                <a:tc>
                  <a:txBody>
                    <a:bodyPr/>
                    <a:lstStyle/>
                    <a:p>
                      <a:pPr indent="0" lvl="0" marL="0" rtl="0" algn="ctr">
                        <a:lnSpc>
                          <a:spcPct val="115000"/>
                        </a:lnSpc>
                        <a:spcBef>
                          <a:spcPts val="0"/>
                        </a:spcBef>
                        <a:spcAft>
                          <a:spcPts val="0"/>
                        </a:spcAft>
                        <a:buNone/>
                      </a:pPr>
                      <a:r>
                        <a:rPr b="1" lang="en-US" sz="1500">
                          <a:solidFill>
                            <a:schemeClr val="lt1"/>
                          </a:solidFill>
                        </a:rPr>
                        <a:t>Aspect</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solidFill>
                            <a:schemeClr val="lt1"/>
                          </a:solidFill>
                        </a:rPr>
                        <a:t>Grafana Loki</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solidFill>
                            <a:schemeClr val="lt1"/>
                          </a:solidFill>
                        </a:rPr>
                        <a:t>VictoriaLogs</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solidFill>
                            <a:schemeClr val="lt1"/>
                          </a:solidFill>
                        </a:rPr>
                        <a:t>OpenSearch</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12000">
                <a:tc>
                  <a:txBody>
                    <a:bodyPr/>
                    <a:lstStyle/>
                    <a:p>
                      <a:pPr indent="0" lvl="0" marL="0" rtl="0" algn="l">
                        <a:spcBef>
                          <a:spcPts val="0"/>
                        </a:spcBef>
                        <a:spcAft>
                          <a:spcPts val="0"/>
                        </a:spcAft>
                        <a:buNone/>
                      </a:pPr>
                      <a:r>
                        <a:rPr b="1" lang="en-US" sz="1500">
                          <a:solidFill>
                            <a:schemeClr val="lt1"/>
                          </a:solidFill>
                        </a:rPr>
                        <a:t>Indexing</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Label-based (metadata)</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Full-text + field-based indexing</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Full-text (resource-heavy)</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12000">
                <a:tc>
                  <a:txBody>
                    <a:bodyPr/>
                    <a:lstStyle/>
                    <a:p>
                      <a:pPr indent="0" lvl="0" marL="0" rtl="0" algn="l">
                        <a:spcBef>
                          <a:spcPts val="0"/>
                        </a:spcBef>
                        <a:spcAft>
                          <a:spcPts val="0"/>
                        </a:spcAft>
                        <a:buNone/>
                      </a:pPr>
                      <a:r>
                        <a:rPr b="1" lang="en-US" sz="1500">
                          <a:solidFill>
                            <a:schemeClr val="lt1"/>
                          </a:solidFill>
                        </a:rPr>
                        <a:t>Query Language</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LogQL (PromQL-like)</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LogSQL (SQL-like, log-optimized)</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Lucene</a:t>
                      </a:r>
                      <a:r>
                        <a:rPr lang="en-US" sz="1500">
                          <a:solidFill>
                            <a:schemeClr val="lt1"/>
                          </a:solidFill>
                        </a:rPr>
                        <a:t>/DSL-like</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12000">
                <a:tc>
                  <a:txBody>
                    <a:bodyPr/>
                    <a:lstStyle/>
                    <a:p>
                      <a:pPr indent="0" lvl="0" marL="0" rtl="0" algn="l">
                        <a:spcBef>
                          <a:spcPts val="0"/>
                        </a:spcBef>
                        <a:spcAft>
                          <a:spcPts val="0"/>
                        </a:spcAft>
                        <a:buNone/>
                      </a:pPr>
                      <a:r>
                        <a:rPr b="1" lang="en-US" sz="1500">
                          <a:solidFill>
                            <a:schemeClr val="lt1"/>
                          </a:solidFill>
                        </a:rPr>
                        <a:t>Storage</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S3 + compressed chunks</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Local/shared disk with compression</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Local disks</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12000">
                <a:tc>
                  <a:txBody>
                    <a:bodyPr/>
                    <a:lstStyle/>
                    <a:p>
                      <a:pPr indent="0" lvl="0" marL="0" rtl="0" algn="l">
                        <a:spcBef>
                          <a:spcPts val="0"/>
                        </a:spcBef>
                        <a:spcAft>
                          <a:spcPts val="0"/>
                        </a:spcAft>
                        <a:buNone/>
                      </a:pPr>
                      <a:r>
                        <a:rPr b="1" lang="en-US" sz="1500">
                          <a:solidFill>
                            <a:schemeClr val="lt1"/>
                          </a:solidFill>
                        </a:rPr>
                        <a:t>Ingestion</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High throughput, metadata-optimized</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Ultra-high, content-aware ingestion</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Good (requires tuning)</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12000">
                <a:tc>
                  <a:txBody>
                    <a:bodyPr/>
                    <a:lstStyle/>
                    <a:p>
                      <a:pPr indent="0" lvl="0" marL="0" rtl="0" algn="l">
                        <a:spcBef>
                          <a:spcPts val="0"/>
                        </a:spcBef>
                        <a:spcAft>
                          <a:spcPts val="0"/>
                        </a:spcAft>
                        <a:buNone/>
                      </a:pPr>
                      <a:r>
                        <a:rPr b="1" lang="en-US" sz="1500">
                          <a:solidFill>
                            <a:schemeClr val="lt1"/>
                          </a:solidFill>
                        </a:rPr>
                        <a:t>Search Speed</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Slower for full-text</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Millisecond search on TBs</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Fast, high-resource</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991675">
                <a:tc>
                  <a:txBody>
                    <a:bodyPr/>
                    <a:lstStyle/>
                    <a:p>
                      <a:pPr indent="0" lvl="0" marL="0" rtl="0" algn="l">
                        <a:spcBef>
                          <a:spcPts val="0"/>
                        </a:spcBef>
                        <a:spcAft>
                          <a:spcPts val="0"/>
                        </a:spcAft>
                        <a:buNone/>
                      </a:pPr>
                      <a:r>
                        <a:rPr b="1" lang="en-US" sz="1500">
                          <a:solidFill>
                            <a:schemeClr val="lt1"/>
                          </a:solidFill>
                        </a:rPr>
                        <a:t>Scalability</a:t>
                      </a:r>
                      <a:endParaRPr b="1"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Lightweight, Kubernetes-native</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Simple binary or cluster</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sz="1500">
                          <a:solidFill>
                            <a:schemeClr val="lt1"/>
                          </a:solidFill>
                        </a:rPr>
                        <a:t>complex setup with sharding &amp; replication</a:t>
                      </a:r>
                      <a:endParaRPr sz="15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583" name="Google Shape;583;g36d5a26939b_0_214"/>
          <p:cNvSpPr txBox="1"/>
          <p:nvPr/>
        </p:nvSpPr>
        <p:spPr>
          <a:xfrm>
            <a:off x="325500" y="179175"/>
            <a:ext cx="77898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800">
                <a:solidFill>
                  <a:schemeClr val="lt1"/>
                </a:solidFill>
              </a:rPr>
              <a:t>Overall </a:t>
            </a:r>
            <a:r>
              <a:rPr b="1" lang="en-US" sz="2800">
                <a:solidFill>
                  <a:schemeClr val="lt1"/>
                </a:solidFill>
              </a:rPr>
              <a:t>Comparisons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6beb20f15c_4_0"/>
          <p:cNvSpPr txBox="1"/>
          <p:nvPr>
            <p:ph idx="12" type="sldNum"/>
          </p:nvPr>
        </p:nvSpPr>
        <p:spPr>
          <a:xfrm>
            <a:off x="11202856" y="6301811"/>
            <a:ext cx="684300" cy="365100"/>
          </a:xfrm>
          <a:prstGeom prst="rect">
            <a:avLst/>
          </a:prstGeom>
        </p:spPr>
        <p:txBody>
          <a:bodyPr anchorCtr="0" anchor="ctr" bIns="45700" lIns="91425" spcFirstLastPara="1" rIns="91425" wrap="square" tIns="45700">
            <a:noAutofit/>
          </a:bodyPr>
          <a:lstStyle/>
          <a:p>
            <a:pPr indent="-53299" lvl="0" marL="205699" rtl="0" algn="l">
              <a:spcBef>
                <a:spcPts val="0"/>
              </a:spcBef>
              <a:spcAft>
                <a:spcPts val="0"/>
              </a:spcAft>
              <a:buClr>
                <a:schemeClr val="lt1"/>
              </a:buClr>
              <a:buSzPts val="2400"/>
              <a:buFont typeface="Arial"/>
              <a:buNone/>
            </a:pPr>
            <a:fld id="{00000000-1234-1234-1234-123412341234}" type="slidenum">
              <a:rPr lang="en-US"/>
              <a:t>‹#›</a:t>
            </a:fld>
            <a:endParaRPr/>
          </a:p>
        </p:txBody>
      </p:sp>
      <p:sp>
        <p:nvSpPr>
          <p:cNvPr id="590" name="Google Shape;590;g36beb20f15c_4_0"/>
          <p:cNvSpPr txBox="1"/>
          <p:nvPr>
            <p:ph idx="1" type="body"/>
          </p:nvPr>
        </p:nvSpPr>
        <p:spPr>
          <a:xfrm>
            <a:off x="124700" y="996152"/>
            <a:ext cx="11659500" cy="5670900"/>
          </a:xfrm>
          <a:prstGeom prst="rect">
            <a:avLst/>
          </a:prstGeom>
        </p:spPr>
        <p:txBody>
          <a:bodyPr anchorCtr="0" anchor="t" bIns="91425" lIns="0" spcFirstLastPara="1" rIns="0" wrap="square" tIns="91425">
            <a:normAutofit fontScale="85000" lnSpcReduction="10000"/>
          </a:bodyPr>
          <a:lstStyle/>
          <a:p>
            <a:pPr indent="-355441" lvl="0" marL="457200" rtl="0" algn="l">
              <a:lnSpc>
                <a:spcPct val="150000"/>
              </a:lnSpc>
              <a:spcBef>
                <a:spcPts val="400"/>
              </a:spcBef>
              <a:spcAft>
                <a:spcPts val="0"/>
              </a:spcAft>
              <a:buSzPct val="100000"/>
              <a:buChar char="•"/>
            </a:pPr>
            <a:r>
              <a:rPr lang="en-US" sz="2350"/>
              <a:t>All open-source logging solutions — </a:t>
            </a:r>
            <a:r>
              <a:rPr b="1" lang="en-US" sz="2350"/>
              <a:t>Opensearch</a:t>
            </a:r>
            <a:r>
              <a:rPr lang="en-US" sz="2350"/>
              <a:t>, </a:t>
            </a:r>
            <a:r>
              <a:rPr b="1" lang="en-US" sz="2350"/>
              <a:t>Loki</a:t>
            </a:r>
            <a:r>
              <a:rPr lang="en-US" sz="2350"/>
              <a:t>, and </a:t>
            </a:r>
            <a:r>
              <a:rPr b="1" lang="en-US" sz="2350"/>
              <a:t>VictoriaLogs</a:t>
            </a:r>
            <a:r>
              <a:rPr lang="en-US" sz="2350"/>
              <a:t> — offer unique strengths and trade-offs. </a:t>
            </a:r>
            <a:endParaRPr sz="2350"/>
          </a:p>
          <a:p>
            <a:pPr indent="-355441" lvl="0" marL="457200" rtl="0" algn="l">
              <a:lnSpc>
                <a:spcPct val="150000"/>
              </a:lnSpc>
              <a:spcBef>
                <a:spcPts val="0"/>
              </a:spcBef>
              <a:spcAft>
                <a:spcPts val="0"/>
              </a:spcAft>
              <a:buSzPct val="100000"/>
              <a:buChar char="•"/>
            </a:pPr>
            <a:r>
              <a:rPr b="1" lang="en-US" sz="2350"/>
              <a:t>Loki</a:t>
            </a:r>
            <a:r>
              <a:rPr lang="en-US" sz="2350"/>
              <a:t> provides label-based indexing and tight integration with Grafana, making it simple to use and manage for structured log analysis.</a:t>
            </a:r>
            <a:endParaRPr sz="2350"/>
          </a:p>
          <a:p>
            <a:pPr indent="-355441" lvl="0" marL="457200" rtl="0" algn="l">
              <a:lnSpc>
                <a:spcPct val="150000"/>
              </a:lnSpc>
              <a:spcBef>
                <a:spcPts val="0"/>
              </a:spcBef>
              <a:spcAft>
                <a:spcPts val="0"/>
              </a:spcAft>
              <a:buSzPct val="100000"/>
              <a:buChar char="•"/>
            </a:pPr>
            <a:r>
              <a:rPr b="1" lang="en-US" sz="2350"/>
              <a:t>VictoriaLogs</a:t>
            </a:r>
            <a:r>
              <a:rPr lang="en-US" sz="2350"/>
              <a:t> is optimized for high-ingestion workloads with low storage overhead and extremely fast query performance.</a:t>
            </a:r>
            <a:endParaRPr sz="2350"/>
          </a:p>
          <a:p>
            <a:pPr indent="-355441" lvl="0" marL="457200" rtl="0" algn="l">
              <a:lnSpc>
                <a:spcPct val="150000"/>
              </a:lnSpc>
              <a:spcBef>
                <a:spcPts val="0"/>
              </a:spcBef>
              <a:spcAft>
                <a:spcPts val="0"/>
              </a:spcAft>
              <a:buSzPct val="100000"/>
              <a:buChar char="•"/>
            </a:pPr>
            <a:r>
              <a:rPr b="1" lang="en-US" sz="2350"/>
              <a:t>OpenSearch</a:t>
            </a:r>
            <a:r>
              <a:rPr lang="en-US" sz="2350"/>
              <a:t> supports powerful full-text search, complex filtering, and advanced analytics, ideal for deep log investigations.</a:t>
            </a:r>
            <a:endParaRPr sz="2350"/>
          </a:p>
          <a:p>
            <a:pPr indent="-355441" lvl="0" marL="457200" rtl="0" algn="l">
              <a:lnSpc>
                <a:spcPct val="150000"/>
              </a:lnSpc>
              <a:spcBef>
                <a:spcPts val="0"/>
              </a:spcBef>
              <a:spcAft>
                <a:spcPts val="0"/>
              </a:spcAft>
              <a:buSzPct val="100000"/>
              <a:buChar char="•"/>
            </a:pPr>
            <a:r>
              <a:rPr b="1" lang="en-US" sz="2350"/>
              <a:t>System performance, resource usage, and query response times</a:t>
            </a:r>
            <a:r>
              <a:rPr lang="en-US" sz="2350"/>
              <a:t> vary across tools and should be benchmarked under real workloads.</a:t>
            </a:r>
            <a:endParaRPr sz="2350"/>
          </a:p>
          <a:p>
            <a:pPr indent="-355441" lvl="0" marL="457200" rtl="0" algn="l">
              <a:lnSpc>
                <a:spcPct val="150000"/>
              </a:lnSpc>
              <a:spcBef>
                <a:spcPts val="0"/>
              </a:spcBef>
              <a:spcAft>
                <a:spcPts val="0"/>
              </a:spcAft>
              <a:buSzPct val="100000"/>
              <a:buChar char="•"/>
            </a:pPr>
            <a:r>
              <a:rPr b="1" lang="en-US" sz="2350"/>
              <a:t>No one-size-fits-all solution exists</a:t>
            </a:r>
            <a:r>
              <a:rPr lang="en-US" sz="2350"/>
              <a:t>—the best choice depends on ingestion rate, query complexity, retention needs, and infrastructure.</a:t>
            </a:r>
            <a:endParaRPr sz="2350"/>
          </a:p>
          <a:p>
            <a:pPr indent="0" lvl="0" marL="457200" rtl="0" algn="l">
              <a:lnSpc>
                <a:spcPct val="150000"/>
              </a:lnSpc>
              <a:spcBef>
                <a:spcPts val="400"/>
              </a:spcBef>
              <a:spcAft>
                <a:spcPts val="0"/>
              </a:spcAft>
              <a:buNone/>
            </a:pPr>
            <a:r>
              <a:t/>
            </a:r>
            <a:endParaRPr sz="2000"/>
          </a:p>
        </p:txBody>
      </p:sp>
      <p:sp>
        <p:nvSpPr>
          <p:cNvPr id="591" name="Google Shape;591;g36beb20f15c_4_0"/>
          <p:cNvSpPr txBox="1"/>
          <p:nvPr>
            <p:ph type="title"/>
          </p:nvPr>
        </p:nvSpPr>
        <p:spPr>
          <a:xfrm>
            <a:off x="285743" y="391852"/>
            <a:ext cx="11498400" cy="40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Conclusion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3b26e0f3f0_9_9"/>
          <p:cNvSpPr txBox="1"/>
          <p:nvPr>
            <p:ph idx="12" type="sldNum"/>
          </p:nvPr>
        </p:nvSpPr>
        <p:spPr>
          <a:xfrm>
            <a:off x="11389201" y="6362852"/>
            <a:ext cx="556500" cy="304500"/>
          </a:xfrm>
          <a:prstGeom prst="rect">
            <a:avLst/>
          </a:prstGeom>
          <a:noFill/>
          <a:ln>
            <a:noFill/>
          </a:ln>
        </p:spPr>
        <p:txBody>
          <a:bodyPr anchorCtr="0" anchor="ctr" bIns="45700" lIns="91425" spcFirstLastPara="1" rIns="91425" wrap="square" tIns="45700">
            <a:noAutofit/>
          </a:bodyPr>
          <a:lstStyle/>
          <a:p>
            <a:pPr indent="-53299" lvl="0" marL="205699" rtl="0" algn="l">
              <a:spcBef>
                <a:spcPts val="0"/>
              </a:spcBef>
              <a:spcAft>
                <a:spcPts val="0"/>
              </a:spcAft>
              <a:buClr>
                <a:srgbClr val="787871"/>
              </a:buClr>
              <a:buSzPts val="2400"/>
              <a:buFont typeface="Arial"/>
              <a:buNone/>
            </a:pPr>
            <a:fld id="{00000000-1234-1234-1234-123412341234}" type="slidenum">
              <a:rPr lang="en-US"/>
              <a:t>‹#›</a:t>
            </a:fld>
            <a:endParaRPr/>
          </a:p>
        </p:txBody>
      </p:sp>
      <p:sp>
        <p:nvSpPr>
          <p:cNvPr id="598" name="Google Shape;598;g33b26e0f3f0_9_9"/>
          <p:cNvSpPr txBox="1"/>
          <p:nvPr/>
        </p:nvSpPr>
        <p:spPr>
          <a:xfrm>
            <a:off x="7204036" y="6301936"/>
            <a:ext cx="4114800" cy="220800"/>
          </a:xfrm>
          <a:prstGeom prst="rect">
            <a:avLst/>
          </a:prstGeom>
          <a:noFill/>
          <a:ln>
            <a:noFill/>
          </a:ln>
        </p:spPr>
        <p:txBody>
          <a:bodyPr anchorCtr="0" anchor="b" bIns="0" lIns="90000" spcFirstLastPara="1" rIns="90000" wrap="square" tIns="0">
            <a:noAutofit/>
          </a:bodyPr>
          <a:lstStyle/>
          <a:p>
            <a:pPr indent="0" lvl="0" marL="0" marR="0" rtl="0" algn="r">
              <a:lnSpc>
                <a:spcPct val="90000"/>
              </a:lnSpc>
              <a:spcBef>
                <a:spcPts val="0"/>
              </a:spcBef>
              <a:spcAft>
                <a:spcPts val="0"/>
              </a:spcAft>
              <a:buClr>
                <a:schemeClr val="lt1"/>
              </a:buClr>
              <a:buSzPts val="1200"/>
              <a:buFont typeface="Arial"/>
              <a:buNone/>
            </a:pPr>
            <a:r>
              <a:rPr b="0" i="0" lang="en-US" sz="12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99" name="Google Shape;599;g33b26e0f3f0_9_9"/>
          <p:cNvSpPr txBox="1"/>
          <p:nvPr>
            <p:ph type="title"/>
          </p:nvPr>
        </p:nvSpPr>
        <p:spPr>
          <a:xfrm>
            <a:off x="131850" y="1216200"/>
            <a:ext cx="4114800" cy="2139600"/>
          </a:xfrm>
          <a:prstGeom prst="rect">
            <a:avLst/>
          </a:prstGeom>
          <a:noFill/>
          <a:ln>
            <a:noFill/>
          </a:ln>
        </p:spPr>
        <p:txBody>
          <a:bodyPr anchorCtr="0" anchor="b" bIns="91425" lIns="91425" spcFirstLastPara="1" rIns="91425" wrap="square" tIns="91425">
            <a:noAutofit/>
          </a:bodyPr>
          <a:lstStyle/>
          <a:p>
            <a:pPr indent="0" lvl="0" marL="0" rtl="0" algn="l">
              <a:lnSpc>
                <a:spcPct val="85000"/>
              </a:lnSpc>
              <a:spcBef>
                <a:spcPts val="0"/>
              </a:spcBef>
              <a:spcAft>
                <a:spcPts val="0"/>
              </a:spcAft>
              <a:buClr>
                <a:schemeClr val="lt1"/>
              </a:buClr>
              <a:buSzPts val="4400"/>
              <a:buFont typeface="Arial"/>
              <a:buNone/>
            </a:pPr>
            <a:r>
              <a:rPr lang="en-US" sz="3000"/>
              <a:t>Thank you</a:t>
            </a:r>
            <a:endParaRPr sz="3000"/>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PE Standard 16x9 Black Template">
  <a:themeElements>
    <a:clrScheme name="HPE">
      <a:dk1>
        <a:srgbClr val="000000"/>
      </a:dk1>
      <a:lt1>
        <a:srgbClr val="FFFFFF"/>
      </a:lt1>
      <a:dk2>
        <a:srgbClr val="C6C6C2"/>
      </a:dk2>
      <a:lt2>
        <a:srgbClr val="787871"/>
      </a:lt2>
      <a:accent1>
        <a:srgbClr val="0D5265"/>
      </a:accent1>
      <a:accent2>
        <a:srgbClr val="7FF9E2"/>
      </a:accent2>
      <a:accent3>
        <a:srgbClr val="7630EA"/>
      </a:accent3>
      <a:accent4>
        <a:srgbClr val="C140FF"/>
      </a:accent4>
      <a:accent5>
        <a:srgbClr val="FF8300"/>
      </a:accent5>
      <a:accent6>
        <a:srgbClr val="FEC901"/>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2022-10-21T03:47:13Z</dcterms:created>
  <dc:creator>Santhosh, Jaya (HPE Storage)</dc:creator>
</cp:coreProperties>
</file>